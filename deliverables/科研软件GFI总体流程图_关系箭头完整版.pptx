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0db9f8475d40e5" /><Relationship Type="http://schemas.openxmlformats.org/officeDocument/2006/relationships/extended-properties" Target="/docProps/app.xml" Id="R436457b7e8d743c0" /><Relationship Type="http://schemas.openxmlformats.org/officeDocument/2006/relationships/officeDocument" Target="/ppt/presentation.xml" Id="R550472939e86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df55b8e406411d"/>
  </p:sldMasterIdLst>
  <p:notesMasterIdLst>
    <p:notesMasterId xmlns:r="http://schemas.openxmlformats.org/officeDocument/2006/relationships" r:id="R3c34a892d7e1466d"/>
  </p:notesMasterIdLst>
  <p:sldIdLst>
    <p:sldId xmlns:r="http://schemas.openxmlformats.org/officeDocument/2006/relationships" id="256" r:id="R6483f16d431e49f0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0322b6ca604805" /><Relationship Type="http://schemas.openxmlformats.org/officeDocument/2006/relationships/slideMaster" Target="/ppt/slideMasters/slideMaster1.xml" Id="Rf6df55b8e406411d" /><Relationship Type="http://schemas.openxmlformats.org/officeDocument/2006/relationships/notesMaster" Target="/ppt/notesMasters/notesMaster1.xml" Id="R3c34a892d7e1466d" /><Relationship Type="http://schemas.openxmlformats.org/officeDocument/2006/relationships/presProps" Target="/ppt/presProps.xml" Id="Rffa67a722ce6484f" /><Relationship Type="http://schemas.openxmlformats.org/officeDocument/2006/relationships/viewProps" Target="/ppt/viewProps.xml" Id="R4bd30205238b4a9b" /><Relationship Type="http://schemas.openxmlformats.org/officeDocument/2006/relationships/tableStyles" Target="/ppt/tableStyles.xml" Id="Raf5f62d561db4c04" /><Relationship Type="http://schemas.openxmlformats.org/officeDocument/2006/relationships/slide" Target="/ppt/slides/slide1.xml" Id="R6483f16d431e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faaa0bca0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d918e3d9a4c96" /><Relationship Type="http://schemas.openxmlformats.org/officeDocument/2006/relationships/notesMaster" Target="/ppt/notesMasters/notesMaster1.xml" Id="Rf5de6e56934a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这里展示两个已经存在但尚未自动接通的链路。不要把D组实验输出与前端50份分析缓存画成同一份成果。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依据：gfi_prototype/research/pipeline.py；batch_analyze.py；gfi_prototype/portal.py；gfi_prototype/portal_server.py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讲述补充：先用一句话概括主线：读取任务需求，检索仓库证据，再由Agent分析并核查结论；发现缺口则补检。研究D组结果并未自动写入门户缓存，原型使用已有v2分析档案。下一页展开“证据从哪里来”。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630fe48f743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9e09ba9da47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cd5abdd954c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921fdb68f40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9c13241b24d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84d129fc6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72F8BB-5A86-434B-A239-35D4085B1D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5F38E5-9B53-43CC-8B6E-68AECCFDBC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2C8326-4BD0-4598-8629-40B666967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07C67-0C4D-49F5-B37C-ACD852DB8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570605-9EF9-44C5-9802-A8D911576D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9B95BA-F039-4CA2-A750-BC5218BA6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7F4D8B-E1A9-4678-BD26-21AF534ED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011C3E-4C35-4446-9A95-A10BC23EB2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C6C22E-D9F9-411B-AD5C-25F1323EA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C63E75-8385-415A-8C82-77DA3B177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e73c4a30bc4bbc" /><Relationship Type="http://schemas.openxmlformats.org/officeDocument/2006/relationships/slideLayout" Target="/ppt/slideLayouts/slideLayout1.xml" Id="Ra2016e17a87546d8" /><Relationship Type="http://schemas.openxmlformats.org/officeDocument/2006/relationships/slideLayout" Target="/ppt/slideLayouts/slideLayout2.xml" Id="R25ac53c8a24c4582" /><Relationship Type="http://schemas.openxmlformats.org/officeDocument/2006/relationships/slideLayout" Target="/ppt/slideLayouts/slideLayout3.xml" Id="Raaf25edcbf324b17" /><Relationship Type="http://schemas.openxmlformats.org/officeDocument/2006/relationships/slideLayout" Target="/ppt/slideLayouts/slideLayout4.xml" Id="R2127e0b122ec43d9" /><Relationship Type="http://schemas.openxmlformats.org/officeDocument/2006/relationships/slideLayout" Target="/ppt/slideLayouts/slideLayout5.xml" Id="R1b8f31cd8f42480a" /><Relationship Type="http://schemas.openxmlformats.org/officeDocument/2006/relationships/slideLayout" Target="/ppt/slideLayouts/slideLayout6.xml" Id="R29031776c4fd44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016e17a87546d8"/>
    <p:sldLayoutId xmlns:r="http://schemas.openxmlformats.org/officeDocument/2006/relationships" id="2147483650" r:id="R25ac53c8a24c4582"/>
    <p:sldLayoutId xmlns:r="http://schemas.openxmlformats.org/officeDocument/2006/relationships" id="2147483651" r:id="Raaf25edcbf324b17"/>
    <p:sldLayoutId xmlns:r="http://schemas.openxmlformats.org/officeDocument/2006/relationships" id="2147483652" r:id="R2127e0b122ec43d9"/>
    <p:sldLayoutId xmlns:r="http://schemas.openxmlformats.org/officeDocument/2006/relationships" id="2147483653" r:id="R1b8f31cd8f42480a"/>
    <p:sldLayoutId xmlns:r="http://schemas.openxmlformats.org/officeDocument/2006/relationships" id="2147483654" r:id="R29031776c4fd44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22d13da414842" /><Relationship Type="http://schemas.openxmlformats.org/officeDocument/2006/relationships/notesSlide" Target="/ppt/notesSlides/notesSlide1.xml" Id="R73d31989b3a143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0020F503-77F2-4D1E-85A5-3F349618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科研软件 GFI 理解与推荐：总体流程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BA8859-1795-49D7-A53C-DAA64A8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overall-goal">
            <a:extLst xmlns:a="http://schemas.openxmlformats.org/drawingml/2006/main">
              <a:ext uri="{FF2B5EF4-FFF2-40B4-BE49-F238E27FC236}">
                <a16:creationId xmlns:a16="http://schemas.microsoft.com/office/drawing/2014/main" id="{B52D4043-59F0-4DB4-AE02-FE32DC8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总目标  以 Issue 与固定版本源码为起点，形成可追溯的任务理解与同项目技术推荐</a:t>
            </a:r>
          </a:p>
        </p:txBody>
      </p:sp>
      <p:sp>
        <p:nvSpPr>
          <p:cNvPr id="4" name="module-data-panel">
            <a:extLst xmlns:a="http://schemas.openxmlformats.org/drawingml/2006/main">
              <a:ext uri="{FF2B5EF4-FFF2-40B4-BE49-F238E27FC236}">
                <a16:creationId xmlns:a16="http://schemas.microsoft.com/office/drawing/2014/main" id="{AB95D4E4-50BC-4B15-BC17-6D9572F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57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5" name="module-data-title">
            <a:extLst xmlns:a="http://schemas.openxmlformats.org/drawingml/2006/main">
              <a:ext uri="{FF2B5EF4-FFF2-40B4-BE49-F238E27FC236}">
                <a16:creationId xmlns:a16="http://schemas.microsoft.com/office/drawing/2014/main" id="{0544E8C2-135C-4512-B371-9F0D923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91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模块一  数据与证据</a:t>
            </a:r>
          </a:p>
        </p:txBody>
      </p:sp>
      <p:sp>
        <p:nvSpPr>
          <p:cNvPr id="6" name="data-input">
            <a:extLst xmlns:a="http://schemas.openxmlformats.org/drawingml/2006/main">
              <a:ext uri="{FF2B5EF4-FFF2-40B4-BE49-F238E27FC236}">
                <a16:creationId xmlns:a16="http://schemas.microsoft.com/office/drawing/2014/main" id="{DF9A6A4C-DB52-4A77-832E-7C9314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503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 个项目 · 967 条 Issue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固定版本源码</a:t>
            </a:r>
          </a:p>
        </p:txBody>
      </p:sp>
      <p:sp>
        <p:nvSpPr>
          <p:cNvPr id="7" name="data-clean">
            <a:extLst xmlns:a="http://schemas.openxmlformats.org/drawingml/2006/main">
              <a:ext uri="{FF2B5EF4-FFF2-40B4-BE49-F238E27FC236}">
                <a16:creationId xmlns:a16="http://schemas.microsoft.com/office/drawing/2014/main" id="{B551406E-1350-4037-A120-94E0D5A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采集清洗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源码索引</a:t>
            </a:r>
          </a:p>
        </p:txBody>
      </p:sp>
      <p:sp>
        <p:nvSpPr>
          <p:cNvPr id="8" name="data-packet">
            <a:extLst xmlns:a="http://schemas.openxmlformats.org/drawingml/2006/main">
              <a:ext uri="{FF2B5EF4-FFF2-40B4-BE49-F238E27FC236}">
                <a16:creationId xmlns:a16="http://schemas.microsoft.com/office/drawing/2014/main" id="{838427B9-F24D-4C52-B1E5-6885D6F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765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代码 / 测试 / 文档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路径与行号证据包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19C51-C7A9-484E-BDF0-F290E22331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2990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3C8B7-954A-4490-9A90-8322239D848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81450" y="2990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1" name="data-path">
            <a:extLst xmlns:a="http://schemas.openxmlformats.org/drawingml/2006/main">
              <a:ext uri="{FF2B5EF4-FFF2-40B4-BE49-F238E27FC236}">
                <a16:creationId xmlns:a16="http://schemas.microsoft.com/office/drawing/2014/main" id="{FA1F6935-4C82-4128-8FAB-095FE7F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collect_*.py · data/ · research/retrieval.py</a:t>
            </a:r>
          </a:p>
        </p:txBody>
      </p:sp>
      <p:sp>
        <p:nvSpPr>
          <p:cNvPr id="12" name="module-research-panel">
            <a:extLst xmlns:a="http://schemas.openxmlformats.org/drawingml/2006/main">
              <a:ext uri="{FF2B5EF4-FFF2-40B4-BE49-F238E27FC236}">
                <a16:creationId xmlns:a16="http://schemas.microsoft.com/office/drawing/2014/main" id="{41E733E1-DB3B-4874-9E05-CDECBDBE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257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3" name="module-research-title">
            <a:extLst xmlns:a="http://schemas.openxmlformats.org/drawingml/2006/main">
              <a:ext uri="{FF2B5EF4-FFF2-40B4-BE49-F238E27FC236}">
                <a16:creationId xmlns:a16="http://schemas.microsoft.com/office/drawing/2014/main" id="{CC2B0690-31C2-4B21-93B9-5B0023C9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91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模块二  任务理解闭环</a:t>
            </a:r>
          </a:p>
        </p:txBody>
      </p:sp>
      <p:sp>
        <p:nvSpPr>
          <p:cNvPr id="14" name="analyze">
            <a:extLst xmlns:a="http://schemas.openxmlformats.org/drawingml/2006/main">
              <a:ext uri="{FF2B5EF4-FFF2-40B4-BE49-F238E27FC236}">
                <a16:creationId xmlns:a16="http://schemas.microsoft.com/office/drawing/2014/main" id="{2B27E910-F986-4B8B-A13B-6578D773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analyze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任务分析</a:t>
            </a:r>
          </a:p>
        </p:txBody>
      </p:sp>
      <p:sp>
        <p:nvSpPr>
          <p:cNvPr id="15" name="audit">
            <a:extLst xmlns:a="http://schemas.openxmlformats.org/drawingml/2006/main">
              <a:ext uri="{FF2B5EF4-FFF2-40B4-BE49-F238E27FC236}">
                <a16:creationId xmlns:a16="http://schemas.microsoft.com/office/drawing/2014/main" id="{BAB27CBD-DEF7-42CE-AAB3-DFCFB145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audit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证据核查</a:t>
            </a:r>
          </a:p>
        </p:txBody>
      </p:sp>
      <p:sp>
        <p:nvSpPr>
          <p:cNvPr id="16" name="gate">
            <a:extLst xmlns:a="http://schemas.openxmlformats.org/drawingml/2006/main">
              <a:ext uri="{FF2B5EF4-FFF2-40B4-BE49-F238E27FC236}">
                <a16:creationId xmlns:a16="http://schemas.microsoft.com/office/drawing/2014/main" id="{6F4C4F8F-7AAD-4B75-B190-5BB5778E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gate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结论门控</a:t>
            </a:r>
          </a:p>
        </p:txBody>
      </p:sp>
      <p:sp>
        <p:nvSpPr>
          <p:cNvPr id="17" name="finalize">
            <a:extLst xmlns:a="http://schemas.openxmlformats.org/drawingml/2006/main">
              <a:ext uri="{FF2B5EF4-FFF2-40B4-BE49-F238E27FC236}">
                <a16:creationId xmlns:a16="http://schemas.microsoft.com/office/drawing/2014/main" id="{0BE3F945-855A-49B7-90B0-089189E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finalize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完整结果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7D2D7-7630-4B0D-864B-87F5310977C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438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C1F4F-622B-4370-9DD5-C9FA96611CD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392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E8160-A181-40A3-8CAC-31C9D3E35A9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346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1" name="supplement-loop">
            <a:extLst xmlns:a="http://schemas.openxmlformats.org/drawingml/2006/main">
              <a:ext uri="{FF2B5EF4-FFF2-40B4-BE49-F238E27FC236}">
                <a16:creationId xmlns:a16="http://schemas.microsoft.com/office/drawing/2014/main" id="{932809F0-2893-404B-8ED0-774062D6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24200"/>
            <a:ext cx="2590800" cy="276225"/>
          </a:xfrm>
          <a:custGeom xmlns:a="http://schemas.openxmlformats.org/drawingml/2006/main">
            <a:pathLst>
              <a:path w="2590800" h="276225">
                <a:moveTo>
                  <a:pt x="2590800" y="0"/>
                </a:moveTo>
                <a:lnTo>
                  <a:pt x="2590800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22" name="loop-arrowhead">
            <a:extLst xmlns:a="http://schemas.openxmlformats.org/drawingml/2006/main">
              <a:ext uri="{FF2B5EF4-FFF2-40B4-BE49-F238E27FC236}">
                <a16:creationId xmlns:a16="http://schemas.microsoft.com/office/drawing/2014/main" id="{1C04B555-6E27-4908-AD07-9E342036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86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23" name="supplement">
            <a:extLst xmlns:a="http://schemas.openxmlformats.org/drawingml/2006/main">
              <a:ext uri="{FF2B5EF4-FFF2-40B4-BE49-F238E27FC236}">
                <a16:creationId xmlns:a16="http://schemas.microsoft.com/office/drawing/2014/main" id="{11A1B3C7-4205-4B14-9E09-F500F0D6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3314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有证据缺口：supplement 补检 ≤2轮，再分析</a:t>
            </a:r>
          </a:p>
        </p:txBody>
      </p:sp>
      <p:sp>
        <p:nvSpPr>
          <p:cNvPr id="24" name="research-path">
            <a:extLst xmlns:a="http://schemas.openxmlformats.org/drawingml/2006/main">
              <a:ext uri="{FF2B5EF4-FFF2-40B4-BE49-F238E27FC236}">
                <a16:creationId xmlns:a16="http://schemas.microsoft.com/office/drawing/2014/main" id="{83FA151D-DDE5-4666-B556-B894DC66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91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research/pipeline.py · 输出目标、技术、入手建议、引用与未知项</a:t>
            </a:r>
          </a:p>
        </p:txBody>
      </p:sp>
      <p:sp>
        <p:nvSpPr>
          <p:cNvPr id="25" name="module-application-panel">
            <a:extLst xmlns:a="http://schemas.openxmlformats.org/drawingml/2006/main">
              <a:ext uri="{FF2B5EF4-FFF2-40B4-BE49-F238E27FC236}">
                <a16:creationId xmlns:a16="http://schemas.microsoft.com/office/drawing/2014/main" id="{70F4094E-D87B-45E4-BFDB-C98B117C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257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6" name="module-application-title">
            <a:extLst xmlns:a="http://schemas.openxmlformats.org/drawingml/2006/main">
              <a:ext uri="{FF2B5EF4-FFF2-40B4-BE49-F238E27FC236}">
                <a16:creationId xmlns:a16="http://schemas.microsoft.com/office/drawing/2014/main" id="{EBC424B4-9935-4FA9-9C1E-84EDC56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模块三  评估与应用</a:t>
            </a:r>
          </a:p>
        </p:txBody>
      </p:sp>
      <p:sp>
        <p:nvSpPr>
          <p:cNvPr id="27" name="evaluation">
            <a:extLst xmlns:a="http://schemas.openxmlformats.org/drawingml/2006/main">
              <a:ext uri="{FF2B5EF4-FFF2-40B4-BE49-F238E27FC236}">
                <a16:creationId xmlns:a16="http://schemas.microsoft.com/office/drawing/2014/main" id="{582A1AE0-F5F8-427D-B9B3-2D3A1424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343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方法验证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A/B/C/D：39题 / 156份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R/S/D：34题 / 102份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同题比较 · 模型辅助评分</a:t>
            </a:r>
          </a:p>
        </p:txBody>
      </p:sp>
      <p:sp>
        <p:nvSpPr>
          <p:cNvPr id="28" name="prototype-application">
            <a:extLst xmlns:a="http://schemas.openxmlformats.org/drawingml/2006/main">
              <a:ext uri="{FF2B5EF4-FFF2-40B4-BE49-F238E27FC236}">
                <a16:creationId xmlns:a16="http://schemas.microsoft.com/office/drawing/2014/main" id="{B992FC3E-FE8A-4BD2-84AA-DE71DEA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958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原型应用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中文任务导读 · 仓库证据追溯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展示相关 GFI 与推荐理由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支持流式追问</a:t>
            </a:r>
          </a:p>
        </p:txBody>
      </p:sp>
      <p:sp>
        <p:nvSpPr>
          <p:cNvPr id="29" name="evaluation-path">
            <a:extLst xmlns:a="http://schemas.openxmlformats.org/drawingml/2006/main">
              <a:ext uri="{FF2B5EF4-FFF2-40B4-BE49-F238E27FC236}">
                <a16:creationId xmlns:a16="http://schemas.microsoft.com/office/drawing/2014/main" id="{9B4FCEFA-8C4D-49FC-B467-E8A00CA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run_*.py · judge_*.py · experiments/</a:t>
            </a:r>
          </a:p>
        </p:txBody>
      </p:sp>
      <p:sp>
        <p:nvSpPr>
          <p:cNvPr id="30" name="prototype-path">
            <a:extLst xmlns:a="http://schemas.openxmlformats.org/drawingml/2006/main">
              <a:ext uri="{FF2B5EF4-FFF2-40B4-BE49-F238E27FC236}">
                <a16:creationId xmlns:a16="http://schemas.microsoft.com/office/drawing/2014/main" id="{B1F38814-ED7A-47DF-A641-2782944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10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gfi_prototype/portal*.py · chat.py · web/</a:t>
            </a:r>
          </a:p>
        </p:txBody>
      </p:sp>
      <p:sp>
        <p:nvSpPr>
          <p:cNvPr id="31" name="module-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6A716AB8-1045-4355-B8AF-9F114332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257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2" name="module-recommendation-title">
            <a:extLst xmlns:a="http://schemas.openxmlformats.org/drawingml/2006/main">
              <a:ext uri="{FF2B5EF4-FFF2-40B4-BE49-F238E27FC236}">
                <a16:creationId xmlns:a16="http://schemas.microsoft.com/office/drawing/2014/main" id="{3C68B596-7A62-4E59-9199-12AA506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模块四  GFI 推荐</a:t>
            </a:r>
          </a:p>
        </p:txBody>
      </p:sp>
      <p:sp>
        <p:nvSpPr>
          <p:cNvPr id="33" name="recommendation-tags">
            <a:extLst xmlns:a="http://schemas.openxmlformats.org/drawingml/2006/main">
              <a:ext uri="{FF2B5EF4-FFF2-40B4-BE49-F238E27FC236}">
                <a16:creationId xmlns:a16="http://schemas.microsoft.com/office/drawing/2014/main" id="{CFB62741-8E22-4853-8E56-39F10106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50份既有导读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归一化技术标签</a:t>
            </a:r>
          </a:p>
        </p:txBody>
      </p:sp>
      <p:sp>
        <p:nvSpPr>
          <p:cNvPr id="34" name="recommendation-rank">
            <a:extLst xmlns:a="http://schemas.openxmlformats.org/drawingml/2006/main">
              <a:ext uri="{FF2B5EF4-FFF2-40B4-BE49-F238E27FC236}">
                <a16:creationId xmlns:a16="http://schemas.microsoft.com/office/drawing/2014/main" id="{62D5CAC1-F88D-4A36-BAB9-37ED139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筛选同项目候选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加权 Jaccard 排序</a:t>
            </a:r>
          </a:p>
        </p:txBody>
      </p:sp>
      <p:sp>
        <p:nvSpPr>
          <p:cNvPr id="35" name="recommendation-reason">
            <a:extLst xmlns:a="http://schemas.openxmlformats.org/drawingml/2006/main">
              <a:ext uri="{FF2B5EF4-FFF2-40B4-BE49-F238E27FC236}">
                <a16:creationId xmlns:a16="http://schemas.microsoft.com/office/drawing/2014/main" id="{989AD366-9AA9-4B35-A394-A3E155E8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33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9429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共同技术与新增技术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推荐理由与证据来源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2F8A2-59E3-46C5-AEAB-308AD00A0C67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972425" y="53435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7C7700-7C14-47D4-8367-4366A8C7233A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658350" y="53435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38" name="recommendation-path">
            <a:extLst xmlns:a="http://schemas.openxmlformats.org/drawingml/2006/main">
              <a:ext uri="{FF2B5EF4-FFF2-40B4-BE49-F238E27FC236}">
                <a16:creationId xmlns:a16="http://schemas.microsoft.com/office/drawing/2014/main" id="{14E309CC-D83F-4D9A-B0B8-A0FFA77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721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gfi_prototype/task_matching.py · 输出同项目候选及可追溯推荐理由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EAB5B-73B8-45A5-BFF7-846920884F8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674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C6392D-685F-453D-827F-1CE7B128FA7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238500" y="38481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41" name="relation-materials-label">
            <a:extLst xmlns:a="http://schemas.openxmlformats.org/drawingml/2006/main">
              <a:ext uri="{FF2B5EF4-FFF2-40B4-BE49-F238E27FC236}">
                <a16:creationId xmlns:a16="http://schemas.microsoft.com/office/drawing/2014/main" id="{73C96144-32AB-482E-8CBB-53FCF3F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材料与证据支撑</a:t>
            </a:r>
          </a:p>
        </p:txBody>
      </p:sp>
      <p:sp>
        <p:nvSpPr>
          <p:cNvPr id="42" name="archive-input">
            <a:extLst xmlns:a="http://schemas.openxmlformats.org/drawingml/2006/main">
              <a:ext uri="{FF2B5EF4-FFF2-40B4-BE49-F238E27FC236}">
                <a16:creationId xmlns:a16="http://schemas.microsoft.com/office/drawing/2014/main" id="{23461DBF-8FCD-485D-9844-98C903F0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897"/>
          </a:bodyPr>
          <a:lstStyle xmlns:a="http://schemas.openxmlformats.org/drawingml/2006/main">
            <a:def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06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既有 v2 导读档案（50份）</a:t>
            </a:r>
          </a:p>
        </p:txBody>
      </p:sp>
      <p:cxnSp>
        <p:nvCxnSpPr>
          <p:cNvPr id="43" name="relation-archive-to-recommendation">
            <a:extLst xmlns:a="http://schemas.openxmlformats.org/drawingml/2006/main">
              <a:ext uri="{FF2B5EF4-FFF2-40B4-BE49-F238E27FC236}">
                <a16:creationId xmlns:a16="http://schemas.microsoft.com/office/drawing/2014/main" id="{8C29C3CD-5A97-4BC1-9588-A9025DE16D0B}"/>
              </a:ext>
            </a:extLst>
          </p:cNvPr>
          <p:cNvCxnSpPr/>
          <p:nvPr/>
        </p:nvCxnSpPr>
        <p:spPr>
          <a:xfrm xmlns:a="http://schemas.openxmlformats.org/drawingml/2006/main">
            <a:off x="10287000" y="41910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44" name="relation-research-to-evaluation">
            <a:extLst xmlns:a="http://schemas.openxmlformats.org/drawingml/2006/main">
              <a:ext uri="{FF2B5EF4-FFF2-40B4-BE49-F238E27FC236}">
                <a16:creationId xmlns:a16="http://schemas.microsoft.com/office/drawing/2014/main" id="{467D19D7-A466-4FA0-9B82-EE971AF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48100"/>
            <a:ext cx="1752600" cy="981075"/>
          </a:xfrm>
          <a:custGeom xmlns:a="http://schemas.openxmlformats.org/drawingml/2006/main">
            <a:pathLst>
              <a:path w="1752600" h="981075">
                <a:moveTo>
                  <a:pt x="1752600" y="0"/>
                </a:moveTo>
                <a:lnTo>
                  <a:pt x="1752600" y="266700"/>
                </a:lnTo>
                <a:lnTo>
                  <a:pt x="228600" y="266700"/>
                </a:lnTo>
                <a:lnTo>
                  <a:pt x="228600" y="981075"/>
                </a:lnTo>
                <a:lnTo>
                  <a:pt x="0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45" name="relation-research-arrowhead">
            <a:extLst xmlns:a="http://schemas.openxmlformats.org/drawingml/2006/main">
              <a:ext uri="{FF2B5EF4-FFF2-40B4-BE49-F238E27FC236}">
                <a16:creationId xmlns:a16="http://schemas.microsoft.com/office/drawing/2014/main" id="{0960C62B-73FC-46BF-9CB1-617BB52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10250" y="4772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46" name="relation-evaluation-label">
            <a:extLst xmlns:a="http://schemas.openxmlformats.org/drawingml/2006/main">
              <a:ext uri="{FF2B5EF4-FFF2-40B4-BE49-F238E27FC236}">
                <a16:creationId xmlns:a16="http://schemas.microsoft.com/office/drawing/2014/main" id="{72D9F9C1-FACE-40C4-AC0B-1C87FBCF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1381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研究结果评估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48AF55-0161-4D13-A405-905D494E109A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867400" y="5381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847070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2026-10-20T02:32:29.3300000Z</dcterms:created>
  <dcterms:modified xsi:type="dcterms:W3CDTF">2026-10-20T02:32:29.3310000Z</dcterms:modified>
</coreProperties>
</file>
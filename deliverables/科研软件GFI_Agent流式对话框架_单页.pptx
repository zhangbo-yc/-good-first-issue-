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92bed32d55478f" /><Relationship Type="http://schemas.openxmlformats.org/officeDocument/2006/relationships/extended-properties" Target="/docProps/app.xml" Id="R715e04096f404b35" /><Relationship Type="http://schemas.openxmlformats.org/officeDocument/2006/relationships/officeDocument" Target="/ppt/presentation.xml" Id="R26968b4a073c45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ce25aec32946b7"/>
  </p:sldMasterIdLst>
  <p:notesMasterIdLst>
    <p:notesMasterId xmlns:r="http://schemas.openxmlformats.org/officeDocument/2006/relationships" r:id="R18c7d3c6ce034ccf"/>
  </p:notesMasterIdLst>
  <p:sldIdLst>
    <p:sldId xmlns:r="http://schemas.openxmlformats.org/officeDocument/2006/relationships" id="256" r:id="R26ba278d020a4ab1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e8bea05a0740a7" /><Relationship Type="http://schemas.openxmlformats.org/officeDocument/2006/relationships/slideMaster" Target="/ppt/slideMasters/slideMaster1.xml" Id="R4ece25aec32946b7" /><Relationship Type="http://schemas.openxmlformats.org/officeDocument/2006/relationships/notesMaster" Target="/ppt/notesMasters/notesMaster1.xml" Id="R18c7d3c6ce034ccf" /><Relationship Type="http://schemas.openxmlformats.org/officeDocument/2006/relationships/presProps" Target="/ppt/presProps.xml" Id="Rb62ef3966f9c4913" /><Relationship Type="http://schemas.openxmlformats.org/officeDocument/2006/relationships/viewProps" Target="/ppt/viewProps.xml" Id="R1cbd997083f04a2c" /><Relationship Type="http://schemas.openxmlformats.org/officeDocument/2006/relationships/tableStyles" Target="/ppt/tableStyles.xml" Id="R323a9c2d0eb243d9" /><Relationship Type="http://schemas.openxmlformats.org/officeDocument/2006/relationships/slide" Target="/ppt/slides/slide1.xml" Id="R26ba278d020a4a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8232937a246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af1a70a1bc4821" /><Relationship Type="http://schemas.openxmlformats.org/officeDocument/2006/relationships/notesMaster" Target="/ppt/notesMasters/notesMaster1.xml" Id="R883e2a123fe8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实现依据：gfi_prototype/chat.py（chat_events、模型与local分流）；gfi_prototype/qa.py（gather_context、build_prompt）；gfi_prototype/portal_server.py（POST /api/chat、输入校验、SSE）；web/app.js（sendChat、chatHistory、cancelChat、SSE解析）。模型分支每次检索最多5段固定版本源码，上下文包含Issue、既有导读/展示分析、前三项推荐和最多8条近期消息。只有完整助手回答进入后续历史。对话链不执行研究工作流中的audit/gate/supplement节点，也不自动修改代码或验证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bca8c625849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bf837015345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d17dce1b445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78d1416304a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10ab170be4f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7420e105f48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CF5CA9-A49B-4619-A714-903E4206D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BD83C5-3A66-4C3F-8D23-E970D6ED7B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8254EF-07F5-49CC-B73F-42A431271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34A15B-D7A1-4DD5-B2B4-9C0D36758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0FE6ED-9616-470C-828C-D7467FDD0A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0A9158-5AE5-4407-B486-B9F2115C33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B557B3-DE4B-463D-ABBD-E102685A8B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C825C4-D0D8-4557-AD29-9F19E15D2B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BF6C5D-4BC1-42AF-B501-896B10E69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005122-EE16-4E6F-80A2-26314B7DEE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a8f580561f491f" /><Relationship Type="http://schemas.openxmlformats.org/officeDocument/2006/relationships/slideLayout" Target="/ppt/slideLayouts/slideLayout1.xml" Id="Rcf3caf03e1ca4fff" /><Relationship Type="http://schemas.openxmlformats.org/officeDocument/2006/relationships/slideLayout" Target="/ppt/slideLayouts/slideLayout2.xml" Id="Rc9c1ef0838594f55" /><Relationship Type="http://schemas.openxmlformats.org/officeDocument/2006/relationships/slideLayout" Target="/ppt/slideLayouts/slideLayout3.xml" Id="R8f77cd5f4abc4439" /><Relationship Type="http://schemas.openxmlformats.org/officeDocument/2006/relationships/slideLayout" Target="/ppt/slideLayouts/slideLayout4.xml" Id="R6655eff41d75461d" /><Relationship Type="http://schemas.openxmlformats.org/officeDocument/2006/relationships/slideLayout" Target="/ppt/slideLayouts/slideLayout5.xml" Id="R7145b246ba9946b7" /><Relationship Type="http://schemas.openxmlformats.org/officeDocument/2006/relationships/slideLayout" Target="/ppt/slideLayouts/slideLayout6.xml" Id="R38662640c1d04c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3caf03e1ca4fff"/>
    <p:sldLayoutId xmlns:r="http://schemas.openxmlformats.org/officeDocument/2006/relationships" id="2147483650" r:id="Rc9c1ef0838594f55"/>
    <p:sldLayoutId xmlns:r="http://schemas.openxmlformats.org/officeDocument/2006/relationships" id="2147483651" r:id="R8f77cd5f4abc4439"/>
    <p:sldLayoutId xmlns:r="http://schemas.openxmlformats.org/officeDocument/2006/relationships" id="2147483652" r:id="R6655eff41d75461d"/>
    <p:sldLayoutId xmlns:r="http://schemas.openxmlformats.org/officeDocument/2006/relationships" id="2147483653" r:id="R7145b246ba9946b7"/>
    <p:sldLayoutId xmlns:r="http://schemas.openxmlformats.org/officeDocument/2006/relationships" id="2147483654" r:id="R38662640c1d04c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e4795b43d4fc4" /><Relationship Type="http://schemas.openxmlformats.org/officeDocument/2006/relationships/notesSlide" Target="/ppt/notesSlides/notesSlide1.xml" Id="R5e0f39ce36f543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itle">
            <a:extLst xmlns:a="http://schemas.openxmlformats.org/drawingml/2006/main">
              <a:ext uri="{FF2B5EF4-FFF2-40B4-BE49-F238E27FC236}">
                <a16:creationId xmlns:a16="http://schemas.microsoft.com/office/drawing/2014/main" id="{8AE8E36A-8399-4E33-AF99-B5F6895F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Agent 交互层：基于任务证据的流式对话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D6B50D5-A2A1-4326-9AA6-8CE46C5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5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" name="task-materials">
            <a:extLst xmlns:a="http://schemas.openxmlformats.org/drawingml/2006/main">
              <a:ext uri="{FF2B5EF4-FFF2-40B4-BE49-F238E27FC236}">
                <a16:creationId xmlns:a16="http://schemas.microsoft.com/office/drawing/2014/main" id="{D5AE0696-9144-4B84-A221-528C37C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81125"/>
            <a:ext cx="3524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4" name="materials-title">
            <a:extLst xmlns:a="http://schemas.openxmlformats.org/drawingml/2006/main">
              <a:ext uri="{FF2B5EF4-FFF2-40B4-BE49-F238E27FC236}">
                <a16:creationId xmlns:a16="http://schemas.microsoft.com/office/drawing/2014/main" id="{0282B088-0711-4DE6-A232-9AB789CA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任务材料与检索证据</a:t>
            </a:r>
          </a:p>
        </p:txBody>
      </p:sp>
      <p:sp>
        <p:nvSpPr>
          <p:cNvPr id="5" name="materials-body">
            <a:extLst xmlns:a="http://schemas.openxmlformats.org/drawingml/2006/main">
              <a:ext uri="{FF2B5EF4-FFF2-40B4-BE49-F238E27FC236}">
                <a16:creationId xmlns:a16="http://schemas.microsoft.com/office/drawing/2014/main" id="{1E3CDAD4-58F3-4E9B-9ACE-E7B5DF8D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Issue / 既有导读 / 当前分析 / 相关 GFI</a:t>
            </a:r>
          </a:p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问题结合 Issue 检索固定源码，最多5段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5673A084-5D33-411E-B1F2-BC87DA93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围绕当前 GFI 持续答疑</a:t>
            </a:r>
          </a:p>
          <a:p xmlns:a="http://schemas.openxmlformats.org/drawingml/2006/main">
            <a:pPr algn="l">
              <a:def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结合任务解释与仓库证据</a:t>
            </a:r>
          </a:p>
        </p:txBody>
      </p:sp>
      <p:sp>
        <p:nvSpPr>
          <p:cNvPr id="7" name="task-question">
            <a:extLst xmlns:a="http://schemas.openxmlformats.org/drawingml/2006/main">
              <a:ext uri="{FF2B5EF4-FFF2-40B4-BE49-F238E27FC236}">
                <a16:creationId xmlns:a16="http://schemas.microsoft.com/office/drawing/2014/main" id="{DED9481F-A2CC-4E59-AF33-216A6FA8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905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8" name="task-question-title">
            <a:extLst xmlns:a="http://schemas.openxmlformats.org/drawingml/2006/main">
              <a:ext uri="{FF2B5EF4-FFF2-40B4-BE49-F238E27FC236}">
                <a16:creationId xmlns:a16="http://schemas.microsoft.com/office/drawing/2014/main" id="{314EBB09-AA87-4FE4-8FFA-7B043D16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任务绑定提问</a:t>
            </a:r>
          </a:p>
        </p:txBody>
      </p:sp>
      <p:sp>
        <p:nvSpPr>
          <p:cNvPr id="9" name="task-question-body">
            <a:extLst xmlns:a="http://schemas.openxmlformats.org/drawingml/2006/main">
              <a:ext uri="{FF2B5EF4-FFF2-40B4-BE49-F238E27FC236}">
                <a16:creationId xmlns:a16="http://schemas.microsoft.com/office/drawing/2014/main" id="{6C914A8E-48C7-464B-A996-AB09D9F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当前 repo 与 Issue</a:t>
            </a:r>
          </a:p>
          <a:p xmlns:a="http://schemas.openxmlformats.org/drawingml/2006/main">
            <a: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用户问题 + 近期对话</a:t>
            </a:r>
          </a:p>
          <a:p xmlns:a="http://schemas.openxmlformats.org/drawingml/2006/main">
            <a: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按 task_id 隔离会话</a:t>
            </a:r>
          </a:p>
        </p:txBody>
      </p:sp>
      <p:sp>
        <p:nvSpPr>
          <p:cNvPr id="10" name="task-question-file">
            <a:extLst xmlns:a="http://schemas.openxmlformats.org/drawingml/2006/main">
              <a:ext uri="{FF2B5EF4-FFF2-40B4-BE49-F238E27FC236}">
                <a16:creationId xmlns:a16="http://schemas.microsoft.com/office/drawing/2014/main" id="{14ED5B60-A8F1-4427-9123-74259C9D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676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web/app.js</a:t>
            </a:r>
          </a:p>
        </p:txBody>
      </p:sp>
      <p:sp>
        <p:nvSpPr>
          <p:cNvPr id="11" name="request-validation">
            <a:extLst xmlns:a="http://schemas.openxmlformats.org/drawingml/2006/main">
              <a:ext uri="{FF2B5EF4-FFF2-40B4-BE49-F238E27FC236}">
                <a16:creationId xmlns:a16="http://schemas.microsoft.com/office/drawing/2014/main" id="{43D7ACA2-0AA9-4AB3-AA21-7DE867B8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1905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2" name="request-validation-title">
            <a:extLst xmlns:a="http://schemas.openxmlformats.org/drawingml/2006/main">
              <a:ext uri="{FF2B5EF4-FFF2-40B4-BE49-F238E27FC236}">
                <a16:creationId xmlns:a16="http://schemas.microsoft.com/office/drawing/2014/main" id="{0B95B909-790F-499E-AB71-7A6821C7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7177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请求校验与分流</a:t>
            </a:r>
          </a:p>
        </p:txBody>
      </p:sp>
      <p:sp>
        <p:nvSpPr>
          <p:cNvPr id="13" name="request-validation-body">
            <a:extLst xmlns:a="http://schemas.openxmlformats.org/drawingml/2006/main">
              <a:ext uri="{FF2B5EF4-FFF2-40B4-BE49-F238E27FC236}">
                <a16:creationId xmlns:a16="http://schemas.microsoft.com/office/drawing/2014/main" id="{A7013D94-6055-48BA-AF31-9641A441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POST /api/chat</a:t>
            </a:r>
          </a:p>
          <a:p xmlns:a="http://schemas.openxmlformats.org/drawingml/2006/main">
            <a: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校验任务与参数</a:t>
            </a:r>
          </a:p>
          <a:p xmlns:a="http://schemas.openxmlformats.org/drawingml/2006/main">
            <a:pPr algn="l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模式分流 · 最近8条对话</a:t>
            </a:r>
          </a:p>
        </p:txBody>
      </p:sp>
      <p:sp>
        <p:nvSpPr>
          <p:cNvPr id="14" name="request-validation-file">
            <a:extLst xmlns:a="http://schemas.openxmlformats.org/drawingml/2006/main">
              <a:ext uri="{FF2B5EF4-FFF2-40B4-BE49-F238E27FC236}">
                <a16:creationId xmlns:a16="http://schemas.microsoft.com/office/drawing/2014/main" id="{95AE8D7A-749A-4BD2-92FA-3115C2F4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05250"/>
            <a:ext cx="1676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portal_server.py</a:t>
            </a:r>
          </a:p>
        </p:txBody>
      </p:sp>
      <p:sp>
        <p:nvSpPr>
          <p:cNvPr id="15" name="context-construction">
            <a:extLst xmlns:a="http://schemas.openxmlformats.org/drawingml/2006/main">
              <a:ext uri="{FF2B5EF4-FFF2-40B4-BE49-F238E27FC236}">
                <a16:creationId xmlns:a16="http://schemas.microsoft.com/office/drawing/2014/main" id="{D1A4B6DD-A967-4289-AB4C-026BB6A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67000"/>
            <a:ext cx="2190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6" name="context-construction-title">
            <a:extLst xmlns:a="http://schemas.openxmlformats.org/drawingml/2006/main">
              <a:ext uri="{FF2B5EF4-FFF2-40B4-BE49-F238E27FC236}">
                <a16:creationId xmlns:a16="http://schemas.microsoft.com/office/drawing/2014/main" id="{58DAC694-328A-4784-9B69-0F71E7D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717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检索与上下文构建</a:t>
            </a:r>
          </a:p>
        </p:txBody>
      </p:sp>
      <p:sp>
        <p:nvSpPr>
          <p:cNvPr id="17" name="context-construction-body">
            <a:extLst xmlns:a="http://schemas.openxmlformats.org/drawingml/2006/main">
              <a:ext uri="{FF2B5EF4-FFF2-40B4-BE49-F238E27FC236}">
                <a16:creationId xmlns:a16="http://schemas.microsoft.com/office/drawing/2014/main" id="{1A66A24F-37E6-402B-A51E-0061508A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核对任务及源码版本</a:t>
            </a:r>
          </a:p>
          <a:p xmlns:a="http://schemas.openxmlformats.org/drawingml/2006/main">
            <a: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组合材料、问题与历史</a:t>
            </a:r>
          </a:p>
          <a:p xmlns:a="http://schemas.openxmlformats.org/drawingml/2006/main">
            <a:pPr algn="l">
              <a:def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限定回答依据与未知项</a:t>
            </a:r>
          </a:p>
        </p:txBody>
      </p:sp>
      <p:sp>
        <p:nvSpPr>
          <p:cNvPr id="18" name="context-construction-file">
            <a:extLst xmlns:a="http://schemas.openxmlformats.org/drawingml/2006/main">
              <a:ext uri="{FF2B5EF4-FFF2-40B4-BE49-F238E27FC236}">
                <a16:creationId xmlns:a16="http://schemas.microsoft.com/office/drawing/2014/main" id="{1A81B8E6-C345-416E-912A-BA11511D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05250"/>
            <a:ext cx="1962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qa.py · build_prompt()</a:t>
            </a:r>
          </a:p>
        </p:txBody>
      </p:sp>
      <p:sp>
        <p:nvSpPr>
          <p:cNvPr id="19" name="model-generation">
            <a:extLst xmlns:a="http://schemas.openxmlformats.org/drawingml/2006/main">
              <a:ext uri="{FF2B5EF4-FFF2-40B4-BE49-F238E27FC236}">
                <a16:creationId xmlns:a16="http://schemas.microsoft.com/office/drawing/2014/main" id="{E84D79D3-A17F-4E7D-AD5A-C3A67D0D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1809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20" name="model-generation-title">
            <a:extLst xmlns:a="http://schemas.openxmlformats.org/drawingml/2006/main">
              <a:ext uri="{FF2B5EF4-FFF2-40B4-BE49-F238E27FC236}">
                <a16:creationId xmlns:a16="http://schemas.microsoft.com/office/drawing/2014/main" id="{7E3FFBEE-9687-4CFB-BAF7-8F4908E2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71775"/>
            <a:ext cx="158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模型流式生成</a:t>
            </a:r>
          </a:p>
        </p:txBody>
      </p:sp>
      <p:sp>
        <p:nvSpPr>
          <p:cNvPr id="21" name="model-generation-body">
            <a:extLst xmlns:a="http://schemas.openxmlformats.org/drawingml/2006/main">
              <a:ext uri="{FF2B5EF4-FFF2-40B4-BE49-F238E27FC236}">
                <a16:creationId xmlns:a16="http://schemas.microsoft.com/office/drawing/2014/main" id="{C1A8FCA8-E09E-466E-922F-0652BCBC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ChatDeepSeek</a:t>
            </a:r>
          </a:p>
          <a:p xmlns:a="http://schemas.openxmlformats.org/drawingml/2006/main">
            <a: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DeepSeek Flash</a:t>
            </a:r>
          </a:p>
          <a:p xmlns:a="http://schemas.openxmlformats.org/drawingml/2006/main">
            <a:pPr algn="l">
              <a:def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逐段生成中文回答</a:t>
            </a:r>
          </a:p>
        </p:txBody>
      </p:sp>
      <p:sp>
        <p:nvSpPr>
          <p:cNvPr id="22" name="model-generation-file">
            <a:extLst xmlns:a="http://schemas.openxmlformats.org/drawingml/2006/main">
              <a:ext uri="{FF2B5EF4-FFF2-40B4-BE49-F238E27FC236}">
                <a16:creationId xmlns:a16="http://schemas.microsoft.com/office/drawing/2014/main" id="{3D2E3D14-8CC4-43C2-ABC1-370E0A9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1581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chat.py · model.stream()</a:t>
            </a:r>
          </a:p>
        </p:txBody>
      </p:sp>
      <p:sp>
        <p:nvSpPr>
          <p:cNvPr id="23" name="sse-display">
            <a:extLst xmlns:a="http://schemas.openxmlformats.org/drawingml/2006/main">
              <a:ext uri="{FF2B5EF4-FFF2-40B4-BE49-F238E27FC236}">
                <a16:creationId xmlns:a16="http://schemas.microsoft.com/office/drawing/2014/main" id="{C3C181CF-D1DE-422A-8C90-78E7AE50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6383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24" name="sse-display-title">
            <a:extLst xmlns:a="http://schemas.openxmlformats.org/drawingml/2006/main">
              <a:ext uri="{FF2B5EF4-FFF2-40B4-BE49-F238E27FC236}">
                <a16:creationId xmlns:a16="http://schemas.microsoft.com/office/drawing/2014/main" id="{A45B9663-6CA4-4C29-B5B1-0101C929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71775"/>
            <a:ext cx="1409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SSE 增量展示</a:t>
            </a:r>
          </a:p>
        </p:txBody>
      </p:sp>
      <p:sp>
        <p:nvSpPr>
          <p:cNvPr id="25" name="sse-display-body">
            <a:extLst xmlns:a="http://schemas.openxmlformats.org/drawingml/2006/main">
              <a:ext uri="{FF2B5EF4-FFF2-40B4-BE49-F238E27FC236}">
                <a16:creationId xmlns:a16="http://schemas.microsoft.com/office/drawing/2014/main" id="{9090826A-3EC3-4C64-A5D1-C895D773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4325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token：追加文本</a:t>
            </a:r>
          </a:p>
          <a:p xmlns:a="http://schemas.openxmlformats.org/drawingml/2006/main">
            <a: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task_id：核对任务</a:t>
            </a:r>
          </a:p>
          <a:p xmlns:a="http://schemas.openxmlformats.org/drawingml/2006/main">
            <a:pPr algn="l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done：确认完成</a:t>
            </a:r>
          </a:p>
        </p:txBody>
      </p:sp>
      <p:sp>
        <p:nvSpPr>
          <p:cNvPr id="26" name="sse-display-file">
            <a:extLst xmlns:a="http://schemas.openxmlformats.org/drawingml/2006/main">
              <a:ext uri="{FF2B5EF4-FFF2-40B4-BE49-F238E27FC236}">
                <a16:creationId xmlns:a16="http://schemas.microsoft.com/office/drawing/2014/main" id="{DC17AAA8-E5E1-420D-A742-44E4F4D1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05250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app.js · renderChat()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F05625-8116-4ED5-8C60-C632AAF9F94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14600" y="34051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5BD8AB-638F-42DC-A551-BD86310FE0F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800600" y="34051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343757-3CAF-4EBE-BB4C-D6977FD02F6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372350" y="34051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07562-DE8B-4AC9-A287-8604641D29BB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563100" y="34051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B8B5D-1B27-41E5-8F0A-913982C5CFFE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276975" y="2190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32" name="model-branch-label">
            <a:extLst xmlns:a="http://schemas.openxmlformats.org/drawingml/2006/main">
              <a:ext uri="{FF2B5EF4-FFF2-40B4-BE49-F238E27FC236}">
                <a16:creationId xmlns:a16="http://schemas.microsoft.com/office/drawing/2014/main" id="{69ADD454-2519-430C-BC24-85BD2B2D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80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模型模式</a:t>
            </a:r>
          </a:p>
        </p:txBody>
      </p:sp>
      <p:sp>
        <p:nvSpPr>
          <p:cNvPr id="33" name="local-assistant">
            <a:extLst xmlns:a="http://schemas.openxmlformats.org/drawingml/2006/main">
              <a:ext uri="{FF2B5EF4-FFF2-40B4-BE49-F238E27FC236}">
                <a16:creationId xmlns:a16="http://schemas.microsoft.com/office/drawing/2014/main" id="{37598096-62C3-49EF-BE2B-BC67FDD7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190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资料助手模式</a:t>
            </a:r>
          </a:p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整理已有任务资料</a:t>
            </a:r>
          </a:p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分块输出，不调用模型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A96673-351A-40DA-944D-42AAD34E265A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848100" y="41433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35" name="local-branch-label">
            <a:extLst xmlns:a="http://schemas.openxmlformats.org/drawingml/2006/main">
              <a:ext uri="{FF2B5EF4-FFF2-40B4-BE49-F238E27FC236}">
                <a16:creationId xmlns:a16="http://schemas.microsoft.com/office/drawing/2014/main" id="{B04211C0-EA95-4213-8D7B-46B80B44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957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资料模式</a:t>
            </a:r>
          </a:p>
        </p:txBody>
      </p:sp>
      <p:sp>
        <p:nvSpPr>
          <p:cNvPr id="36" name="local-to-sse-route">
            <a:extLst xmlns:a="http://schemas.openxmlformats.org/drawingml/2006/main">
              <a:ext uri="{FF2B5EF4-FFF2-40B4-BE49-F238E27FC236}">
                <a16:creationId xmlns:a16="http://schemas.microsoft.com/office/drawing/2014/main" id="{77207A64-7514-47FF-8882-56013732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52850"/>
            <a:ext cx="5143500" cy="1266825"/>
          </a:xfrm>
          <a:custGeom xmlns:a="http://schemas.openxmlformats.org/drawingml/2006/main">
            <a:pathLst>
              <a:path w="5143500" h="1266825">
                <a:moveTo>
                  <a:pt x="0" y="1266825"/>
                </a:moveTo>
                <a:lnTo>
                  <a:pt x="4953000" y="1266825"/>
                </a:lnTo>
                <a:lnTo>
                  <a:pt x="4953000" y="0"/>
                </a:lnTo>
                <a:lnTo>
                  <a:pt x="514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37" name="local-to-sse-arrow">
            <a:extLst xmlns:a="http://schemas.openxmlformats.org/drawingml/2006/main">
              <a:ext uri="{FF2B5EF4-FFF2-40B4-BE49-F238E27FC236}">
                <a16:creationId xmlns:a16="http://schemas.microsoft.com/office/drawing/2014/main" id="{5D939909-10E6-44BF-8AC2-5C178A14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86950" y="3695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</a:ln>
        </p:spPr>
      </p:sp>
      <p:sp>
        <p:nvSpPr>
          <p:cNvPr id="38" name="local-stream-label">
            <a:extLst xmlns:a="http://schemas.openxmlformats.org/drawingml/2006/main">
              <a:ext uri="{FF2B5EF4-FFF2-40B4-BE49-F238E27FC236}">
                <a16:creationId xmlns:a16="http://schemas.microsoft.com/office/drawing/2014/main" id="{FF861A4A-3660-4D25-AF5C-8A18DAC0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43450"/>
            <a:ext cx="358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资料分块，也经同一 SSE 通道返回</a:t>
            </a:r>
          </a:p>
        </p:txBody>
      </p:sp>
      <p:sp>
        <p:nvSpPr>
          <p:cNvPr id="39" name="failure-control">
            <a:extLst xmlns:a="http://schemas.openxmlformats.org/drawingml/2006/main">
              <a:ext uri="{FF2B5EF4-FFF2-40B4-BE49-F238E27FC236}">
                <a16:creationId xmlns:a16="http://schemas.microsoft.com/office/drawing/2014/main" id="{3D512912-B37C-4918-ACD7-19A8855F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29250"/>
            <a:ext cx="382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停止 / 断流 / 异常：清除未完成回答</a:t>
            </a:r>
          </a:p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用户可重试，或选择资料助手</a:t>
            </a:r>
          </a:p>
        </p:txBody>
      </p:sp>
      <p:sp>
        <p:nvSpPr>
          <p:cNvPr id="40" name="error-control-route">
            <a:extLst xmlns:a="http://schemas.openxmlformats.org/drawingml/2006/main">
              <a:ext uri="{FF2B5EF4-FFF2-40B4-BE49-F238E27FC236}">
                <a16:creationId xmlns:a16="http://schemas.microsoft.com/office/drawing/2014/main" id="{0C37BE1E-5C22-4EAA-871C-F39A6918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43375"/>
            <a:ext cx="1095375" cy="1285875"/>
          </a:xfrm>
          <a:custGeom xmlns:a="http://schemas.openxmlformats.org/drawingml/2006/main">
            <a:pathLst>
              <a:path w="1095375" h="1285875">
                <a:moveTo>
                  <a:pt x="1095375" y="0"/>
                </a:moveTo>
                <a:lnTo>
                  <a:pt x="1095375" y="1076325"/>
                </a:lnTo>
                <a:lnTo>
                  <a:pt x="0" y="1076325"/>
                </a:lnTo>
                <a:lnTo>
                  <a:pt x="0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41" name="error-control-arrow">
            <a:extLst xmlns:a="http://schemas.openxmlformats.org/drawingml/2006/main">
              <a:ext uri="{FF2B5EF4-FFF2-40B4-BE49-F238E27FC236}">
                <a16:creationId xmlns:a16="http://schemas.microsoft.com/office/drawing/2014/main" id="{9CC9C847-5C87-4A08-A729-9CB83E00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610725" y="5372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</a:ln>
        </p:spPr>
      </p:sp>
      <p:sp>
        <p:nvSpPr>
          <p:cNvPr id="42" name="error-label">
            <a:extLst xmlns:a="http://schemas.openxmlformats.org/drawingml/2006/main">
              <a:ext uri="{FF2B5EF4-FFF2-40B4-BE49-F238E27FC236}">
                <a16:creationId xmlns:a16="http://schemas.microsoft.com/office/drawing/2014/main" id="{8670C6A3-7CB2-4603-B225-2E705E2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86275"/>
            <a:ext cx="752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error / 停止</a:t>
            </a:r>
          </a:p>
        </p:txBody>
      </p:sp>
      <p:sp>
        <p:nvSpPr>
          <p:cNvPr id="43" name="followup-history-loop">
            <a:extLst xmlns:a="http://schemas.openxmlformats.org/drawingml/2006/main">
              <a:ext uri="{FF2B5EF4-FFF2-40B4-BE49-F238E27FC236}">
                <a16:creationId xmlns:a16="http://schemas.microsoft.com/office/drawing/2014/main" id="{245FA990-ECFB-4C51-954A-35545DF1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0425"/>
            <a:ext cx="10201275" cy="2886075"/>
          </a:xfrm>
          <a:custGeom xmlns:a="http://schemas.openxmlformats.org/drawingml/2006/main">
            <a:pathLst>
              <a:path w="10201275" h="2886075">
                <a:moveTo>
                  <a:pt x="10020300" y="0"/>
                </a:moveTo>
                <a:lnTo>
                  <a:pt x="10201275" y="0"/>
                </a:lnTo>
                <a:lnTo>
                  <a:pt x="10201275" y="2886075"/>
                </a:lnTo>
                <a:lnTo>
                  <a:pt x="0" y="2886075"/>
                </a:ln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44" name="followup-history-arrow">
            <a:extLst xmlns:a="http://schemas.openxmlformats.org/drawingml/2006/main">
              <a:ext uri="{FF2B5EF4-FFF2-40B4-BE49-F238E27FC236}">
                <a16:creationId xmlns:a16="http://schemas.microsoft.com/office/drawing/2014/main" id="{67C15CE7-5E26-4C84-A57C-A34F31A5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</a:ln>
        </p:spPr>
      </p:sp>
      <p:sp>
        <p:nvSpPr>
          <p:cNvPr id="45" name="history-label-bg">
            <a:extLst xmlns:a="http://schemas.openxmlformats.org/drawingml/2006/main">
              <a:ext uri="{FF2B5EF4-FFF2-40B4-BE49-F238E27FC236}">
                <a16:creationId xmlns:a16="http://schemas.microsoft.com/office/drawing/2014/main" id="{FA61ADB4-2AF9-47E9-82DB-63D513D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43625"/>
            <a:ext cx="706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history-label">
            <a:extLst xmlns:a="http://schemas.openxmlformats.org/drawingml/2006/main">
              <a:ext uri="{FF2B5EF4-FFF2-40B4-BE49-F238E27FC236}">
                <a16:creationId xmlns:a16="http://schemas.microsoft.com/office/drawing/2014/main" id="{F98C3139-4D1C-49BB-B147-C3F8CBA1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687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完整助手回答进入任务历史，下一次携带最近8条对话继续追问</a:t>
            </a:r>
          </a:p>
        </p:txBody>
      </p:sp>
    </p:spTree>
    <p:extLst>
      <p:ext uri="{BB962C8B-B14F-4D97-AF65-F5344CB8AC3E}">
        <p14:creationId xmlns:p14="http://schemas.microsoft.com/office/powerpoint/2010/main" val="531642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2026-10-20T02:44:11.4560000Z</dcterms:created>
  <dcterms:modified xsi:type="dcterms:W3CDTF">2026-10-20T02:44:11.4560000Z</dcterms:modified>
</coreProperties>
</file>
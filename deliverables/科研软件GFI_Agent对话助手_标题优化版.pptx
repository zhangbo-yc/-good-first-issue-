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d13868e6eac42b2" /><Relationship Type="http://schemas.openxmlformats.org/officeDocument/2006/relationships/extended-properties" Target="/docProps/app.xml" Id="Rde51f7d7c979425f" /><Relationship Type="http://schemas.openxmlformats.org/officeDocument/2006/relationships/officeDocument" Target="/ppt/presentation.xml" Id="R873d02c9f0d44a1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ca9102afb0d424c"/>
  </p:sldMasterIdLst>
  <p:notesMasterIdLst>
    <p:notesMasterId xmlns:r="http://schemas.openxmlformats.org/officeDocument/2006/relationships" r:id="Ra685c890522e48a7"/>
  </p:notesMasterIdLst>
  <p:sldIdLst>
    <p:sldId xmlns:r="http://schemas.openxmlformats.org/officeDocument/2006/relationships" id="256" r:id="R20e82796266849eb"/>
  </p:sldIdLst>
  <p:sldSz cx="12192000" cy="68580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6c03e48049440a9" /><Relationship Type="http://schemas.openxmlformats.org/officeDocument/2006/relationships/slideMaster" Target="/ppt/slideMasters/slideMaster1.xml" Id="R6ca9102afb0d424c" /><Relationship Type="http://schemas.openxmlformats.org/officeDocument/2006/relationships/notesMaster" Target="/ppt/notesMasters/notesMaster1.xml" Id="Ra685c890522e48a7" /><Relationship Type="http://schemas.openxmlformats.org/officeDocument/2006/relationships/presProps" Target="/ppt/presProps.xml" Id="R584afb625900456a" /><Relationship Type="http://schemas.openxmlformats.org/officeDocument/2006/relationships/viewProps" Target="/ppt/viewProps.xml" Id="R5fe691588c4b4b94" /><Relationship Type="http://schemas.openxmlformats.org/officeDocument/2006/relationships/tableStyles" Target="/ppt/tableStyles.xml" Id="R768e0d7cd36e4edd" /><Relationship Type="http://schemas.openxmlformats.org/officeDocument/2006/relationships/slide" Target="/ppt/slides/slide1.xml" Id="R20e82796266849e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96ffb1cab7c44d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3e3133ebe648e5" /><Relationship Type="http://schemas.openxmlformats.org/officeDocument/2006/relationships/notesMaster" Target="/ppt/notesMasters/notesMaster1.xml" Id="R219030a99d58420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实现依据：gfi_prototype/chat.py的chat_events与ChatDeepSeek.stream；gfi_prototype/qa.py的gather_context与build_prompt；gfi_prototype/portal_server.py的POST /api/chat和SSE；web/app.js的sendChat和renderChat。对话链采用LangChain ChatDeepSeek调用DeepSeek Flash，Python本地HTTP服务发送SSE事件，HTML/CSS/JavaScript前端增量显示。模型回答参考Issue原文、既有导读/展示分析、固定版本源码检索片段、同项目推荐与最多8条近期消息。代码阅读和验证内容均为建议，不代表已经运行测试。该交互层不执行研究LangGraph中的证据核查及补检闭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5f3b6215c94ed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7aeb14b79f4ca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06d5991921494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6a27343b58420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e73de0f58341e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bd47fe7e784c3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3EC2D10-CC38-47DA-884C-3288B813AA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59ABBDB-4114-4FEE-B542-508E3F3849F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CA44E1D-2F58-4F20-9DC3-B305F7504D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58BFB7B-3A9C-49BC-A372-04D8877641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D8D6742-8384-4C77-AF24-CFA87C3D0B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601718E-93CC-4768-9F1D-2B3D9DB696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EB904EC-1C05-4D13-84FD-8B1ECD47D1D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91DDC37-505B-4518-9C32-08D63A58FFB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0C90788-2B7B-484C-9E29-89EE07B53B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6670C6D-BC65-46E5-A3A5-D003496C3D8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d5df3c4cb494cde" /><Relationship Type="http://schemas.openxmlformats.org/officeDocument/2006/relationships/slideLayout" Target="/ppt/slideLayouts/slideLayout1.xml" Id="R63bc95c5629f4d5c" /><Relationship Type="http://schemas.openxmlformats.org/officeDocument/2006/relationships/slideLayout" Target="/ppt/slideLayouts/slideLayout2.xml" Id="R584e1303ba2d4abd" /><Relationship Type="http://schemas.openxmlformats.org/officeDocument/2006/relationships/slideLayout" Target="/ppt/slideLayouts/slideLayout3.xml" Id="Rb0e57293786c408c" /><Relationship Type="http://schemas.openxmlformats.org/officeDocument/2006/relationships/slideLayout" Target="/ppt/slideLayouts/slideLayout4.xml" Id="R658f53b766f74006" /><Relationship Type="http://schemas.openxmlformats.org/officeDocument/2006/relationships/slideLayout" Target="/ppt/slideLayouts/slideLayout5.xml" Id="R405c6418bca54b82" /><Relationship Type="http://schemas.openxmlformats.org/officeDocument/2006/relationships/slideLayout" Target="/ppt/slideLayouts/slideLayout6.xml" Id="R742fb01aa00e4d0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3bc95c5629f4d5c"/>
    <p:sldLayoutId xmlns:r="http://schemas.openxmlformats.org/officeDocument/2006/relationships" id="2147483650" r:id="R584e1303ba2d4abd"/>
    <p:sldLayoutId xmlns:r="http://schemas.openxmlformats.org/officeDocument/2006/relationships" id="2147483651" r:id="Rb0e57293786c408c"/>
    <p:sldLayoutId xmlns:r="http://schemas.openxmlformats.org/officeDocument/2006/relationships" id="2147483652" r:id="R658f53b766f74006"/>
    <p:sldLayoutId xmlns:r="http://schemas.openxmlformats.org/officeDocument/2006/relationships" id="2147483653" r:id="R405c6418bca54b82"/>
    <p:sldLayoutId xmlns:r="http://schemas.openxmlformats.org/officeDocument/2006/relationships" id="2147483654" r:id="R742fb01aa00e4d0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34b697dc364440" /><Relationship Type="http://schemas.openxmlformats.org/officeDocument/2006/relationships/notesSlide" Target="/ppt/notesSlides/notesSlide1.xml" Id="Rd500f97a15ef4c3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itle">
            <a:extLst xmlns:a="http://schemas.openxmlformats.org/drawingml/2006/main">
              <a:ext uri="{FF2B5EF4-FFF2-40B4-BE49-F238E27FC236}">
                <a16:creationId xmlns:a16="http://schemas.microsoft.com/office/drawing/2014/main" id="{FAA0FCDB-C5FB-417D-9F7E-EE1AA65EC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22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22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22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22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22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22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22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22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22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22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322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任务对话助手：证据支撑的流式问答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F767D1ED-C329-487E-96E4-B42CEF75E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CE5"/>
          </a:solidFill>
          <a:ln xmlns:a="http://schemas.openxmlformats.org/drawingml/2006/main" w="9525">
            <a:solidFill>
              <a:srgbClr val="CFDCE5"/>
            </a:solidFill>
            <a:prstDash val="solid"/>
          </a:ln>
        </p:spPr>
      </p:sp>
      <p:sp>
        <p:nvSpPr>
          <p:cNvPr id="3" name="user-question">
            <a:extLst xmlns:a="http://schemas.openxmlformats.org/drawingml/2006/main">
              <a:ext uri="{FF2B5EF4-FFF2-40B4-BE49-F238E27FC236}">
                <a16:creationId xmlns:a16="http://schemas.microsoft.com/office/drawing/2014/main" id="{CE7147DB-532C-4AD9-AEFA-DEF4DFCA7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2362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9525">
            <a:solidFill>
              <a:srgbClr val="CFDCE5"/>
            </a:solidFill>
            <a:prstDash val="solid"/>
          </a:ln>
        </p:spPr>
      </p:sp>
      <p:sp>
        <p:nvSpPr>
          <p:cNvPr id="4" name="user-question-title">
            <a:extLst xmlns:a="http://schemas.openxmlformats.org/drawingml/2006/main">
              <a:ext uri="{FF2B5EF4-FFF2-40B4-BE49-F238E27FC236}">
                <a16:creationId xmlns:a16="http://schemas.microsoft.com/office/drawing/2014/main" id="{C1639D58-3773-4D26-AEFA-A4F6E148E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19275"/>
            <a:ext cx="2057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用户提问</a:t>
            </a:r>
          </a:p>
        </p:txBody>
      </p:sp>
      <p:sp>
        <p:nvSpPr>
          <p:cNvPr id="5" name="user-question-body">
            <a:extLst xmlns:a="http://schemas.openxmlformats.org/drawingml/2006/main">
              <a:ext uri="{FF2B5EF4-FFF2-40B4-BE49-F238E27FC236}">
                <a16:creationId xmlns:a16="http://schemas.microsoft.com/office/drawing/2014/main" id="{0A9CC2BC-9A70-466F-8C1E-DFA6D8BDF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76475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5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5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5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5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5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5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5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5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5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rPr>
              <a:t>围绕当前 GFI</a:t>
            </a:r>
          </a:p>
          <a:p xmlns:a="http://schemas.openxmlformats.org/drawingml/2006/main">
            <a:pPr algn="l">
              <a:defRPr sz="15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rPr>
              <a:t>提出问题或继续追问</a:t>
            </a:r>
          </a:p>
        </p:txBody>
      </p:sp>
      <p:sp>
        <p:nvSpPr>
          <p:cNvPr id="6" name="task-context">
            <a:extLst xmlns:a="http://schemas.openxmlformats.org/drawingml/2006/main">
              <a:ext uri="{FF2B5EF4-FFF2-40B4-BE49-F238E27FC236}">
                <a16:creationId xmlns:a16="http://schemas.microsoft.com/office/drawing/2014/main" id="{0B056FA2-1E96-4BF5-BEA8-0D96E6666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666875"/>
            <a:ext cx="2362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CE5"/>
            </a:solidFill>
            <a:prstDash val="solid"/>
          </a:ln>
        </p:spPr>
      </p:sp>
      <p:sp>
        <p:nvSpPr>
          <p:cNvPr id="7" name="task-context-title">
            <a:extLst xmlns:a="http://schemas.openxmlformats.org/drawingml/2006/main">
              <a:ext uri="{FF2B5EF4-FFF2-40B4-BE49-F238E27FC236}">
                <a16:creationId xmlns:a16="http://schemas.microsoft.com/office/drawing/2014/main" id="{483A4A6F-A066-49A8-89D1-48140A24B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819275"/>
            <a:ext cx="2057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组织任务资料</a:t>
            </a:r>
          </a:p>
        </p:txBody>
      </p:sp>
      <p:sp>
        <p:nvSpPr>
          <p:cNvPr id="8" name="task-context-body">
            <a:extLst xmlns:a="http://schemas.openxmlformats.org/drawingml/2006/main">
              <a:ext uri="{FF2B5EF4-FFF2-40B4-BE49-F238E27FC236}">
                <a16:creationId xmlns:a16="http://schemas.microsoft.com/office/drawing/2014/main" id="{90031208-438D-4251-B17D-3251A674E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276475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5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5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5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5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5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5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5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5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5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rPr>
              <a:t>读取已有导读</a:t>
            </a:r>
          </a:p>
          <a:p xmlns:a="http://schemas.openxmlformats.org/drawingml/2006/main">
            <a:pPr algn="l">
              <a:defRPr sz="15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rPr>
              <a:t>检索相关仓库证据</a:t>
            </a:r>
          </a:p>
        </p:txBody>
      </p:sp>
      <p:sp>
        <p:nvSpPr>
          <p:cNvPr id="9" name="answer-generation">
            <a:extLst xmlns:a="http://schemas.openxmlformats.org/drawingml/2006/main">
              <a:ext uri="{FF2B5EF4-FFF2-40B4-BE49-F238E27FC236}">
                <a16:creationId xmlns:a16="http://schemas.microsoft.com/office/drawing/2014/main" id="{F1D0E4FF-BEF6-4B36-8E67-F5AA577EB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66875"/>
            <a:ext cx="2362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9525">
            <a:solidFill>
              <a:srgbClr val="CFDCE5"/>
            </a:solidFill>
            <a:prstDash val="solid"/>
          </a:ln>
        </p:spPr>
      </p:sp>
      <p:sp>
        <p:nvSpPr>
          <p:cNvPr id="10" name="answer-generation-title">
            <a:extLst xmlns:a="http://schemas.openxmlformats.org/drawingml/2006/main">
              <a:ext uri="{FF2B5EF4-FFF2-40B4-BE49-F238E27FC236}">
                <a16:creationId xmlns:a16="http://schemas.microsoft.com/office/drawing/2014/main" id="{688F486F-6035-4FA0-981C-7823488A9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819275"/>
            <a:ext cx="2057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模型生成回答</a:t>
            </a:r>
          </a:p>
        </p:txBody>
      </p:sp>
      <p:sp>
        <p:nvSpPr>
          <p:cNvPr id="11" name="answer-generation-body">
            <a:extLst xmlns:a="http://schemas.openxmlformats.org/drawingml/2006/main">
              <a:ext uri="{FF2B5EF4-FFF2-40B4-BE49-F238E27FC236}">
                <a16:creationId xmlns:a16="http://schemas.microsoft.com/office/drawing/2014/main" id="{D3D6941D-9781-49F6-9385-1E3D99411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76475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5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5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5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5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5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5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5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5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5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rPr>
              <a:t>结合问题与对话历史</a:t>
            </a:r>
          </a:p>
          <a:p xmlns:a="http://schemas.openxmlformats.org/drawingml/2006/main">
            <a:pPr algn="l">
              <a:defRPr sz="15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rPr>
              <a:t>由模型解释任务</a:t>
            </a:r>
          </a:p>
        </p:txBody>
      </p:sp>
      <p:sp>
        <p:nvSpPr>
          <p:cNvPr id="12" name="stream-display">
            <a:extLst xmlns:a="http://schemas.openxmlformats.org/drawingml/2006/main">
              <a:ext uri="{FF2B5EF4-FFF2-40B4-BE49-F238E27FC236}">
                <a16:creationId xmlns:a16="http://schemas.microsoft.com/office/drawing/2014/main" id="{7C3163B1-E569-4248-80EA-E6943E853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1666875"/>
            <a:ext cx="2362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CE5"/>
            </a:solidFill>
            <a:prstDash val="solid"/>
          </a:ln>
        </p:spPr>
      </p:sp>
      <p:sp>
        <p:nvSpPr>
          <p:cNvPr id="13" name="stream-display-title">
            <a:extLst xmlns:a="http://schemas.openxmlformats.org/drawingml/2006/main">
              <a:ext uri="{FF2B5EF4-FFF2-40B4-BE49-F238E27FC236}">
                <a16:creationId xmlns:a16="http://schemas.microsoft.com/office/drawing/2014/main" id="{B07DB258-B444-47AE-8A9B-4681DFE11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1819275"/>
            <a:ext cx="2057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流式展示</a:t>
            </a:r>
          </a:p>
        </p:txBody>
      </p:sp>
      <p:sp>
        <p:nvSpPr>
          <p:cNvPr id="14" name="stream-display-body">
            <a:extLst xmlns:a="http://schemas.openxmlformats.org/drawingml/2006/main">
              <a:ext uri="{FF2B5EF4-FFF2-40B4-BE49-F238E27FC236}">
                <a16:creationId xmlns:a16="http://schemas.microsoft.com/office/drawing/2014/main" id="{23204050-A731-4C4B-A304-4D47FF564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2276475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5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5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5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5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5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5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5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5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5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rPr>
              <a:t>逐段显示中文回答</a:t>
            </a:r>
          </a:p>
          <a:p xmlns:a="http://schemas.openxmlformats.org/drawingml/2006/main">
            <a:pPr algn="l">
              <a:defRPr sz="15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rPr>
              <a:t>附有用的代码引用</a:t>
            </a:r>
          </a:p>
        </p:txBody>
      </p: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CB265A-1842-4167-BC5C-7723CF0E659E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971800" y="2295525"/>
            <a:ext cx="5048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78"/>
            </a:solidFill>
            <a:prstDash val="solid"/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53D696-CE8E-4755-BA71-BD62ABDE5404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838825" y="2295525"/>
            <a:ext cx="5048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78"/>
            </a:solidFill>
            <a:prstDash val="solid"/>
            <a:tailEnd type="arrow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4276D9-6DAF-4E00-B415-64856F3E6E51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705850" y="2295525"/>
            <a:ext cx="5048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78"/>
            </a:solidFill>
            <a:prstDash val="solid"/>
            <a:tailEnd type="arrow" w="med" len="med"/>
          </a:ln>
        </p:spPr>
      </p:cxnSp>
      <p:sp>
        <p:nvSpPr>
          <p:cNvPr id="18" name="followup-loop">
            <a:extLst xmlns:a="http://schemas.openxmlformats.org/drawingml/2006/main">
              <a:ext uri="{FF2B5EF4-FFF2-40B4-BE49-F238E27FC236}">
                <a16:creationId xmlns:a16="http://schemas.microsoft.com/office/drawing/2014/main" id="{424C0AE5-4374-4129-93E5-8DB1B6E3A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924175"/>
            <a:ext cx="8601075" cy="609600"/>
          </a:xfrm>
          <a:custGeom xmlns:a="http://schemas.openxmlformats.org/drawingml/2006/main">
            <a:pathLst>
              <a:path w="8601075" h="609600">
                <a:moveTo>
                  <a:pt x="8601075" y="0"/>
                </a:moveTo>
                <a:lnTo>
                  <a:pt x="8601075" y="609600"/>
                </a:lnTo>
                <a:lnTo>
                  <a:pt x="0" y="60960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F78"/>
            </a:solidFill>
            <a:prstDash val="solid"/>
          </a:ln>
        </p:spPr>
      </p:sp>
      <p:sp>
        <p:nvSpPr>
          <p:cNvPr id="19" name="followup-arrow">
            <a:extLst xmlns:a="http://schemas.openxmlformats.org/drawingml/2006/main">
              <a:ext uri="{FF2B5EF4-FFF2-40B4-BE49-F238E27FC236}">
                <a16:creationId xmlns:a16="http://schemas.microsoft.com/office/drawing/2014/main" id="{A26E4A1A-4C15-46EB-A04B-C6798FF34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8670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87F78"/>
          </a:solidFill>
          <a:ln xmlns:a="http://schemas.openxmlformats.org/drawingml/2006/main" w="0">
            <a:noFill/>
          </a:ln>
        </p:spPr>
      </p:sp>
      <p:sp>
        <p:nvSpPr>
          <p:cNvPr id="20" name="followup-label-bg">
            <a:extLst xmlns:a="http://schemas.openxmlformats.org/drawingml/2006/main">
              <a:ext uri="{FF2B5EF4-FFF2-40B4-BE49-F238E27FC236}">
                <a16:creationId xmlns:a16="http://schemas.microsoft.com/office/drawing/2014/main" id="{771AEFD9-D298-4D74-A4CC-DC0CC2D41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62325"/>
            <a:ext cx="3600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followup-label">
            <a:extLst xmlns:a="http://schemas.openxmlformats.org/drawingml/2006/main">
              <a:ext uri="{FF2B5EF4-FFF2-40B4-BE49-F238E27FC236}">
                <a16:creationId xmlns:a16="http://schemas.microsoft.com/office/drawing/2014/main" id="{1A128080-2E6D-48CF-8E21-E4217ABBB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362325"/>
            <a:ext cx="3448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50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50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50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50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50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50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50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50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50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rPr>
              <a:t>保留完整回答，结合近期对话继续追问</a:t>
            </a:r>
          </a:p>
        </p:txBody>
      </p:sp>
      <p:sp>
        <p:nvSpPr>
          <p:cNvPr id="22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A9FDEAEF-5099-457E-867D-779BEDBF2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CE5"/>
          </a:solidFill>
          <a:ln xmlns:a="http://schemas.openxmlformats.org/drawingml/2006/main" w="9525">
            <a:solidFill>
              <a:srgbClr val="CFDCE5"/>
            </a:solidFill>
            <a:prstDash val="solid"/>
          </a:ln>
        </p:spPr>
      </p:sp>
      <p:sp>
        <p:nvSpPr>
          <p:cNvPr id="23" name="technology-title">
            <a:extLst xmlns:a="http://schemas.openxmlformats.org/drawingml/2006/main">
              <a:ext uri="{FF2B5EF4-FFF2-40B4-BE49-F238E27FC236}">
                <a16:creationId xmlns:a16="http://schemas.microsoft.com/office/drawing/2014/main" id="{A718BDE9-44E2-4D9C-AFF2-11465CDE4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9575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rPr>
              <a:t>技术架构</a:t>
            </a:r>
          </a:p>
        </p:txBody>
      </p:sp>
      <p:sp>
        <p:nvSpPr>
          <p:cNvPr id="24" name="technology-body">
            <a:extLst xmlns:a="http://schemas.openxmlformats.org/drawingml/2006/main">
              <a:ext uri="{FF2B5EF4-FFF2-40B4-BE49-F238E27FC236}">
                <a16:creationId xmlns:a16="http://schemas.microsoft.com/office/drawing/2014/main" id="{F6849263-4972-4DB6-A71C-ADDB1268B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3333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65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65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65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65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65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65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65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65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65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LangChain + DeepSeek Flash</a:t>
            </a:r>
          </a:p>
          <a:p xmlns:a="http://schemas.openxmlformats.org/drawingml/2006/main">
            <a:pPr algn="l">
              <a:defRPr sz="165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Python + SSE 流式传输</a:t>
            </a:r>
          </a:p>
          <a:p xmlns:a="http://schemas.openxmlformats.org/drawingml/2006/main">
            <a:pPr algn="l">
              <a:defRPr sz="165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HTML / CSS / JavaScript 前端</a:t>
            </a:r>
          </a:p>
        </p:txBody>
      </p:sp>
      <p:sp>
        <p:nvSpPr>
          <p:cNvPr id="25" name="capability-title">
            <a:extLst xmlns:a="http://schemas.openxmlformats.org/drawingml/2006/main">
              <a:ext uri="{FF2B5EF4-FFF2-40B4-BE49-F238E27FC236}">
                <a16:creationId xmlns:a16="http://schemas.microsoft.com/office/drawing/2014/main" id="{AEAC6A57-B199-412D-9003-6234FEA85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219575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rPr>
              <a:t>交互能力</a:t>
            </a:r>
          </a:p>
        </p:txBody>
      </p:sp>
      <p:sp>
        <p:nvSpPr>
          <p:cNvPr id="26" name="capability-body">
            <a:extLst xmlns:a="http://schemas.openxmlformats.org/drawingml/2006/main">
              <a:ext uri="{FF2B5EF4-FFF2-40B4-BE49-F238E27FC236}">
                <a16:creationId xmlns:a16="http://schemas.microsoft.com/office/drawing/2014/main" id="{D153616F-73E1-4586-B4BD-DA0D00C6E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714875"/>
            <a:ext cx="3333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13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613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613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613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613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613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613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613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613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613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613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613" b="0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解释任务目标与所需技术</a:t>
            </a:r>
          </a:p>
          <a:p xmlns:a="http://schemas.openxmlformats.org/drawingml/2006/main">
            <a:pPr algn="l">
              <a:defRPr sz="1613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613" b="0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提供代码阅读、入手与验证建议</a:t>
            </a:r>
          </a:p>
          <a:p xmlns:a="http://schemas.openxmlformats.org/drawingml/2006/main">
            <a:pPr algn="l">
              <a:defRPr sz="1613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613" b="0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说明相关 GFI 的推荐理由</a:t>
            </a:r>
          </a:p>
        </p:txBody>
      </p:sp>
      <p:sp>
        <p:nvSpPr>
          <p:cNvPr id="27" name="evidence-title">
            <a:extLst xmlns:a="http://schemas.openxmlformats.org/drawingml/2006/main">
              <a:ext uri="{FF2B5EF4-FFF2-40B4-BE49-F238E27FC236}">
                <a16:creationId xmlns:a16="http://schemas.microsoft.com/office/drawing/2014/main" id="{441D352A-AD06-4E00-9893-F3A73B62E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219575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rPr>
              <a:t>证据支撑</a:t>
            </a:r>
          </a:p>
        </p:txBody>
      </p:sp>
      <p:sp>
        <p:nvSpPr>
          <p:cNvPr id="28" name="evidence-body">
            <a:extLst xmlns:a="http://schemas.openxmlformats.org/drawingml/2006/main">
              <a:ext uri="{FF2B5EF4-FFF2-40B4-BE49-F238E27FC236}">
                <a16:creationId xmlns:a16="http://schemas.microsoft.com/office/drawing/2014/main" id="{E183FDE1-0F61-4F68-907A-5F80C2497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714875"/>
            <a:ext cx="3333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13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613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613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613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613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613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613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613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613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613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613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613" b="0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当前 Issue 与已有任务导读</a:t>
            </a:r>
          </a:p>
          <a:p xmlns:a="http://schemas.openxmlformats.org/drawingml/2006/main">
            <a:pPr algn="l">
              <a:defRPr sz="1613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613" b="0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固定版本源码、测试和文档</a:t>
            </a:r>
          </a:p>
          <a:p xmlns:a="http://schemas.openxmlformats.org/drawingml/2006/main">
            <a:pPr algn="l">
              <a:defRPr sz="1613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613" b="0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相关 GFI 推荐及近期对话</a:t>
            </a:r>
          </a:p>
        </p:txBody>
      </p:sp>
      <p:sp>
        <p:nvSpPr>
          <p:cNvPr id="29" name="boundary">
            <a:extLst xmlns:a="http://schemas.openxmlformats.org/drawingml/2006/main">
              <a:ext uri="{FF2B5EF4-FFF2-40B4-BE49-F238E27FC236}">
                <a16:creationId xmlns:a16="http://schemas.microsoft.com/office/drawing/2014/main" id="{123BDF71-0BEB-47F7-8643-B894A599A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35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35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35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35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35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35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35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35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35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rPr>
              <a:t>回答围绕当前任务材料展开，依据不足时说明不确定性。</a:t>
            </a:r>
          </a:p>
        </p:txBody>
      </p:sp>
    </p:spTree>
    <p:extLst>
      <p:ext uri="{BB962C8B-B14F-4D97-AF65-F5344CB8AC3E}">
        <p14:creationId xmlns:p14="http://schemas.microsoft.com/office/powerpoint/2010/main" val="2949520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2026-10-20T02:49:26.6480000Z</dcterms:created>
  <dcterms:modified xsi:type="dcterms:W3CDTF">2026-10-20T02:49:26.6480000Z</dcterms:modified>
</coreProperties>
</file>
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b96106ede43cf" /><Relationship Type="http://schemas.openxmlformats.org/officeDocument/2006/relationships/extended-properties" Target="/docProps/app.xml" Id="Re26d70caa036453d" /><Relationship Type="http://schemas.openxmlformats.org/officeDocument/2006/relationships/officeDocument" Target="/ppt/presentation.xml" Id="R846a7f13839549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4cf5c11864509"/>
  </p:sldMasterIdLst>
  <p:notesMasterIdLst>
    <p:notesMasterId xmlns:r="http://schemas.openxmlformats.org/officeDocument/2006/relationships" r:id="R24f0658bcb204cdb"/>
  </p:notesMasterIdLst>
  <p:sldIdLst>
    <p:sldId xmlns:r="http://schemas.openxmlformats.org/officeDocument/2006/relationships" id="256" r:id="Ra4b776ca6d8a458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fed04baa34e71" /><Relationship Type="http://schemas.openxmlformats.org/officeDocument/2006/relationships/slideMaster" Target="/ppt/slideMasters/slideMaster1.xml" Id="Rdf14cf5c11864509" /><Relationship Type="http://schemas.openxmlformats.org/officeDocument/2006/relationships/notesMaster" Target="/ppt/notesMasters/notesMaster1.xml" Id="R24f0658bcb204cdb" /><Relationship Type="http://schemas.openxmlformats.org/officeDocument/2006/relationships/presProps" Target="/ppt/presProps.xml" Id="R0c95b43a1a2940a8" /><Relationship Type="http://schemas.openxmlformats.org/officeDocument/2006/relationships/viewProps" Target="/ppt/viewProps.xml" Id="R4a46ffea92cc4c47" /><Relationship Type="http://schemas.openxmlformats.org/officeDocument/2006/relationships/tableStyles" Target="/ppt/tableStyles.xml" Id="R1bfe92653c01495d" /><Relationship Type="http://schemas.openxmlformats.org/officeDocument/2006/relationships/slide" Target="/ppt/slides/slide1.xml" Id="Ra4b776ca6d8a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45fd8af5a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3b446b0a884fb1" /><Relationship Type="http://schemas.openxmlformats.org/officeDocument/2006/relationships/notesMaster" Target="/ppt/notesMasters/notesMaster1.xml" Id="R0ef4925d7f34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实现依据：gfi_prototype/chat.py的chat_events与ChatDeepSeek.stream；gfi_prototype/qa.py的gather_context与build_prompt；gfi_prototype/portal_server.py的POST /api/chat和SSE；web/app.js的sendChat和renderChat。对话链采用LangChain ChatDeepSeek调用DeepSeek Flash，Python本地HTTP服务发送SSE事件，HTML/CSS/JavaScript前端增量显示。模型回答参考Issue原文、既有导读/展示分析、固定版本源码检索片段、同项目推荐与最多8条近期消息。代码阅读和验证内容均为建议，不代表已经运行测试。该交互层不执行研究LangGraph中的证据核查及补检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92a1410444c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af172b7f24f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7eee8c48349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177e42c994f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abcbf3dd04b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c164c37a4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53A510-010F-415C-B271-101A5FA55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18532C-10B2-4F3E-B4A5-C72D4E45E3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F7B9B4-5700-4A2E-8FDE-47E983B2C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B63042-8529-404F-A1F3-C4529C0DB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D6AD7A-8833-4F09-B82C-F27C6C5D68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FC6098-EA81-44D5-8E39-E076DA70D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9A6957-7019-4434-AB65-B7D14EC450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E782D0-CCE5-417A-9D38-2852DB3189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69D8AF-CB8F-40F2-978B-B6B0F796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7FDDE9-2F51-4588-A9C1-FDD6CB652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3cfe48053a478e" /><Relationship Type="http://schemas.openxmlformats.org/officeDocument/2006/relationships/slideLayout" Target="/ppt/slideLayouts/slideLayout1.xml" Id="R6b12a7ecec8e4f3d" /><Relationship Type="http://schemas.openxmlformats.org/officeDocument/2006/relationships/slideLayout" Target="/ppt/slideLayouts/slideLayout2.xml" Id="R54992ebe538e47ab" /><Relationship Type="http://schemas.openxmlformats.org/officeDocument/2006/relationships/slideLayout" Target="/ppt/slideLayouts/slideLayout3.xml" Id="Rbf92922b03674060" /><Relationship Type="http://schemas.openxmlformats.org/officeDocument/2006/relationships/slideLayout" Target="/ppt/slideLayouts/slideLayout4.xml" Id="Rf14bc0d5460341a0" /><Relationship Type="http://schemas.openxmlformats.org/officeDocument/2006/relationships/slideLayout" Target="/ppt/slideLayouts/slideLayout5.xml" Id="R751210d3e89147d0" /><Relationship Type="http://schemas.openxmlformats.org/officeDocument/2006/relationships/slideLayout" Target="/ppt/slideLayouts/slideLayout6.xml" Id="R92de80093cbe40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2a7ecec8e4f3d"/>
    <p:sldLayoutId xmlns:r="http://schemas.openxmlformats.org/officeDocument/2006/relationships" id="2147483650" r:id="R54992ebe538e47ab"/>
    <p:sldLayoutId xmlns:r="http://schemas.openxmlformats.org/officeDocument/2006/relationships" id="2147483651" r:id="Rbf92922b03674060"/>
    <p:sldLayoutId xmlns:r="http://schemas.openxmlformats.org/officeDocument/2006/relationships" id="2147483652" r:id="Rf14bc0d5460341a0"/>
    <p:sldLayoutId xmlns:r="http://schemas.openxmlformats.org/officeDocument/2006/relationships" id="2147483653" r:id="R751210d3e89147d0"/>
    <p:sldLayoutId xmlns:r="http://schemas.openxmlformats.org/officeDocument/2006/relationships" id="2147483654" r:id="R92de80093cbe40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d47b5fa4e49a3" /><Relationship Type="http://schemas.openxmlformats.org/officeDocument/2006/relationships/notesSlide" Target="/ppt/notesSlides/notesSlide1.xml" Id="R2ae7fc88c8044b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5EA67449-77AE-444F-A8CC-0B03D2A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任务对话助手：证据支撑的流式问答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767744C-A236-4D90-9801-75DE6D0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" name="user-question">
            <a:extLst xmlns:a="http://schemas.openxmlformats.org/drawingml/2006/main">
              <a:ext uri="{FF2B5EF4-FFF2-40B4-BE49-F238E27FC236}">
                <a16:creationId xmlns:a16="http://schemas.microsoft.com/office/drawing/2014/main" id="{51022B03-0C17-4A21-893C-04686F08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4" name="user-question-title">
            <a:extLst xmlns:a="http://schemas.openxmlformats.org/drawingml/2006/main">
              <a:ext uri="{FF2B5EF4-FFF2-40B4-BE49-F238E27FC236}">
                <a16:creationId xmlns:a16="http://schemas.microsoft.com/office/drawing/2014/main" id="{7871991C-37C7-4C83-9322-0B51977B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用户提问</a:t>
            </a:r>
          </a:p>
        </p:txBody>
      </p:sp>
      <p:sp>
        <p:nvSpPr>
          <p:cNvPr id="5" name="user-question-body">
            <a:extLst xmlns:a="http://schemas.openxmlformats.org/drawingml/2006/main">
              <a:ext uri="{FF2B5EF4-FFF2-40B4-BE49-F238E27FC236}">
                <a16:creationId xmlns:a16="http://schemas.microsoft.com/office/drawing/2014/main" id="{F3F78B4D-55D5-46A4-8B26-455F7A0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围绕当前 GFI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提出问题或继续追问</a:t>
            </a:r>
          </a:p>
        </p:txBody>
      </p:sp>
      <p:sp>
        <p:nvSpPr>
          <p:cNvPr id="6" name="task-context">
            <a:extLst xmlns:a="http://schemas.openxmlformats.org/drawingml/2006/main">
              <a:ext uri="{FF2B5EF4-FFF2-40B4-BE49-F238E27FC236}">
                <a16:creationId xmlns:a16="http://schemas.microsoft.com/office/drawing/2014/main" id="{6B42125C-4B57-4FF6-97B7-5708A98D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7" name="task-context-title">
            <a:extLst xmlns:a="http://schemas.openxmlformats.org/drawingml/2006/main">
              <a:ext uri="{FF2B5EF4-FFF2-40B4-BE49-F238E27FC236}">
                <a16:creationId xmlns:a16="http://schemas.microsoft.com/office/drawing/2014/main" id="{C53A251E-C37C-4896-BA34-92E54B94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组织任务资料</a:t>
            </a:r>
          </a:p>
        </p:txBody>
      </p:sp>
      <p:sp>
        <p:nvSpPr>
          <p:cNvPr id="8" name="task-context-body">
            <a:extLst xmlns:a="http://schemas.openxmlformats.org/drawingml/2006/main">
              <a:ext uri="{FF2B5EF4-FFF2-40B4-BE49-F238E27FC236}">
                <a16:creationId xmlns:a16="http://schemas.microsoft.com/office/drawing/2014/main" id="{FE3D0528-3DA4-44CF-ABFA-9890ED5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读取已有导读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检索相关仓库证据</a:t>
            </a:r>
          </a:p>
        </p:txBody>
      </p:sp>
      <p:sp>
        <p:nvSpPr>
          <p:cNvPr id="9" name="answer-generation">
            <a:extLst xmlns:a="http://schemas.openxmlformats.org/drawingml/2006/main">
              <a:ext uri="{FF2B5EF4-FFF2-40B4-BE49-F238E27FC236}">
                <a16:creationId xmlns:a16="http://schemas.microsoft.com/office/drawing/2014/main" id="{D898AB16-8D87-4832-9747-FB6625A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0" name="answer-generation-title">
            <a:extLst xmlns:a="http://schemas.openxmlformats.org/drawingml/2006/main">
              <a:ext uri="{FF2B5EF4-FFF2-40B4-BE49-F238E27FC236}">
                <a16:creationId xmlns:a16="http://schemas.microsoft.com/office/drawing/2014/main" id="{FE5B6967-D513-4826-ADCE-E462285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模型生成回答</a:t>
            </a:r>
          </a:p>
        </p:txBody>
      </p:sp>
      <p:sp>
        <p:nvSpPr>
          <p:cNvPr id="11" name="answer-generation-body">
            <a:extLst xmlns:a="http://schemas.openxmlformats.org/drawingml/2006/main">
              <a:ext uri="{FF2B5EF4-FFF2-40B4-BE49-F238E27FC236}">
                <a16:creationId xmlns:a16="http://schemas.microsoft.com/office/drawing/2014/main" id="{9A84760C-DF60-4EC6-979A-70BC932D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结合问题与对话历史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由模型解释任务</a:t>
            </a:r>
          </a:p>
        </p:txBody>
      </p:sp>
      <p:sp>
        <p:nvSpPr>
          <p:cNvPr id="12" name="stream-display">
            <a:extLst xmlns:a="http://schemas.openxmlformats.org/drawingml/2006/main">
              <a:ext uri="{FF2B5EF4-FFF2-40B4-BE49-F238E27FC236}">
                <a16:creationId xmlns:a16="http://schemas.microsoft.com/office/drawing/2014/main" id="{234535EF-F8F2-42C3-9EB1-B4A95F9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3" name="stream-display-title">
            <a:extLst xmlns:a="http://schemas.openxmlformats.org/drawingml/2006/main">
              <a:ext uri="{FF2B5EF4-FFF2-40B4-BE49-F238E27FC236}">
                <a16:creationId xmlns:a16="http://schemas.microsoft.com/office/drawing/2014/main" id="{E33BEC4A-F0C0-442E-92E5-B2AE2B79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流式展示</a:t>
            </a:r>
          </a:p>
        </p:txBody>
      </p:sp>
      <p:sp>
        <p:nvSpPr>
          <p:cNvPr id="14" name="stream-display-body">
            <a:extLst xmlns:a="http://schemas.openxmlformats.org/drawingml/2006/main">
              <a:ext uri="{FF2B5EF4-FFF2-40B4-BE49-F238E27FC236}">
                <a16:creationId xmlns:a16="http://schemas.microsoft.com/office/drawing/2014/main" id="{14793DF8-5EF3-4C6E-A4DA-DF0A6BB9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逐段显示中文回答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附有用的代码引用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7F96F-D273-4287-8DB4-E721CF034D8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71800" y="22955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4E32C-9DFF-408E-A83C-75DAB8CDA87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38825" y="22955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400B6-38D2-4B91-B974-D93EB8FC64F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05850" y="22955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8" name="followup-loop">
            <a:extLst xmlns:a="http://schemas.openxmlformats.org/drawingml/2006/main">
              <a:ext uri="{FF2B5EF4-FFF2-40B4-BE49-F238E27FC236}">
                <a16:creationId xmlns:a16="http://schemas.microsoft.com/office/drawing/2014/main" id="{FE67C1F5-61AF-426B-A5FA-EA3906C5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24175"/>
            <a:ext cx="8601075" cy="609600"/>
          </a:xfrm>
          <a:custGeom xmlns:a="http://schemas.openxmlformats.org/drawingml/2006/main">
            <a:pathLst>
              <a:path w="8601075" h="609600">
                <a:moveTo>
                  <a:pt x="8601075" y="0"/>
                </a:moveTo>
                <a:lnTo>
                  <a:pt x="8601075" y="609600"/>
                </a:lnTo>
                <a:lnTo>
                  <a:pt x="0" y="6096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19" name="followup-arrow">
            <a:extLst xmlns:a="http://schemas.openxmlformats.org/drawingml/2006/main">
              <a:ext uri="{FF2B5EF4-FFF2-40B4-BE49-F238E27FC236}">
                <a16:creationId xmlns:a16="http://schemas.microsoft.com/office/drawing/2014/main" id="{58CC795F-AE4D-463D-85BF-8469D3BA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67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20" name="followup-label-bg">
            <a:extLst xmlns:a="http://schemas.openxmlformats.org/drawingml/2006/main">
              <a:ext uri="{FF2B5EF4-FFF2-40B4-BE49-F238E27FC236}">
                <a16:creationId xmlns:a16="http://schemas.microsoft.com/office/drawing/2014/main" id="{7027ABF4-0E1A-4D0B-99EF-C574EAD5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62325"/>
            <a:ext cx="3600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followup-label">
            <a:extLst xmlns:a="http://schemas.openxmlformats.org/drawingml/2006/main">
              <a:ext uri="{FF2B5EF4-FFF2-40B4-BE49-F238E27FC236}">
                <a16:creationId xmlns:a16="http://schemas.microsoft.com/office/drawing/2014/main" id="{D772AF80-D39D-4971-89BB-0F4C55D5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6232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保留完整回答，结合近期对话继续追问</a:t>
            </a:r>
          </a:p>
        </p:txBody>
      </p:sp>
      <p:sp>
        <p:nvSpPr>
          <p:cNvPr id="2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C4CA662-80FB-40D8-BAC3-187AC7B5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23" name="technology-title">
            <a:extLst xmlns:a="http://schemas.openxmlformats.org/drawingml/2006/main">
              <a:ext uri="{FF2B5EF4-FFF2-40B4-BE49-F238E27FC236}">
                <a16:creationId xmlns:a16="http://schemas.microsoft.com/office/drawing/2014/main" id="{70CE7BD7-E9A8-44E3-A5EB-4C62B75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技术框架</a:t>
            </a:r>
          </a:p>
        </p:txBody>
      </p:sp>
      <p:sp>
        <p:nvSpPr>
          <p:cNvPr id="24" name="technology-body">
            <a:extLst xmlns:a="http://schemas.openxmlformats.org/drawingml/2006/main">
              <a:ext uri="{FF2B5EF4-FFF2-40B4-BE49-F238E27FC236}">
                <a16:creationId xmlns:a16="http://schemas.microsoft.com/office/drawing/2014/main" id="{23EABE77-8AD0-452C-923E-5AC84E6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LangChain + DeepSeek Flash</a:t>
            </a:r>
          </a:p>
          <a:p xmlns:a="http://schemas.openxmlformats.org/drawingml/2006/main">
            <a: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Python + SSE 流式传输</a:t>
            </a:r>
          </a:p>
          <a:p xmlns:a="http://schemas.openxmlformats.org/drawingml/2006/main">
            <a: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HTML / CSS / JavaScript 前端</a:t>
            </a:r>
          </a:p>
        </p:txBody>
      </p:sp>
      <p:sp>
        <p:nvSpPr>
          <p:cNvPr id="25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217A93D2-D8C5-494D-88D8-B262833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可以做什么</a:t>
            </a:r>
          </a:p>
        </p:txBody>
      </p:sp>
      <p:sp>
        <p:nvSpPr>
          <p:cNvPr id="26" name="capability-body">
            <a:extLst xmlns:a="http://schemas.openxmlformats.org/drawingml/2006/main">
              <a:ext uri="{FF2B5EF4-FFF2-40B4-BE49-F238E27FC236}">
                <a16:creationId xmlns:a16="http://schemas.microsoft.com/office/drawing/2014/main" id="{672B5A42-1E48-4323-A78D-A708AE48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解释任务目标与所需技术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提供代码阅读、入手与验证建议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说明相关 GFI 的推荐理由</a:t>
            </a:r>
          </a:p>
        </p:txBody>
      </p:sp>
      <p:sp>
        <p:nvSpPr>
          <p:cNvPr id="2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0B4E888C-AE98-441F-A987-149FE315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9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根据什么输出</a:t>
            </a:r>
          </a:p>
        </p:txBody>
      </p:sp>
      <p:sp>
        <p:nvSpPr>
          <p:cNvPr id="28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ADE12610-0032-4047-953C-CADE1EEF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当前 Issue 与已有任务导读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固定版本源码、测试和文档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相关 GFI 推荐及近期对话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DD626FA2-7FD6-45B9-B8C0-CF0976D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回答围绕当前任务材料展开，依据不足时说明不确定性。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44176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2026-10-20T02:47:41.2240000Z</dcterms:created>
  <dcterms:modified xsi:type="dcterms:W3CDTF">2026-10-20T02:47:41.2250000Z</dcterms:modified>
</coreProperties>
</file>
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20b7e4eb4e463e" /><Relationship Type="http://schemas.openxmlformats.org/officeDocument/2006/relationships/extended-properties" Target="/docProps/app.xml" Id="R27f93b4befed4d84" /><Relationship Type="http://schemas.openxmlformats.org/officeDocument/2006/relationships/officeDocument" Target="/ppt/presentation.xml" Id="R0822f2d8078144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985c058c254add"/>
  </p:sldMasterIdLst>
  <p:notesMasterIdLst>
    <p:notesMasterId xmlns:r="http://schemas.openxmlformats.org/officeDocument/2006/relationships" r:id="R22a25d713c85404a"/>
  </p:notesMasterIdLst>
  <p:sldIdLst>
    <p:sldId xmlns:r="http://schemas.openxmlformats.org/officeDocument/2006/relationships" id="256" r:id="R951b3497f179456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d249973064b47" /><Relationship Type="http://schemas.openxmlformats.org/officeDocument/2006/relationships/slideMaster" Target="/ppt/slideMasters/slideMaster1.xml" Id="R5d985c058c254add" /><Relationship Type="http://schemas.openxmlformats.org/officeDocument/2006/relationships/notesMaster" Target="/ppt/notesMasters/notesMaster1.xml" Id="R22a25d713c85404a" /><Relationship Type="http://schemas.openxmlformats.org/officeDocument/2006/relationships/presProps" Target="/ppt/presProps.xml" Id="Rc972b0a27e4b4782" /><Relationship Type="http://schemas.openxmlformats.org/officeDocument/2006/relationships/viewProps" Target="/ppt/viewProps.xml" Id="R10c824307d184094" /><Relationship Type="http://schemas.openxmlformats.org/officeDocument/2006/relationships/tableStyles" Target="/ppt/tableStyles.xml" Id="R02ea181278964fe7" /><Relationship Type="http://schemas.openxmlformats.org/officeDocument/2006/relationships/slide" Target="/ppt/slides/slide1.xml" Id="R951b3497f17945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fb6a93d7294a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e7de6f8724aa3" /><Relationship Type="http://schemas.openxmlformats.org/officeDocument/2006/relationships/notesMaster" Target="/ppt/notesMasters/notesMaster1.xml" Id="Rd0fabaacf00b44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这里展示两个已经存在但尚未自动接通的链路。不要把D组实验输出与前端50份分析缓存画成同一份成果。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依据：gfi_prototype/research/pipeline.py；batch_analyze.py；gfi_prototype/portal.py；gfi_prototype/portal_server.py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讲述补充：先用一句话概括主线：读取任务需求，检索仓库证据，再由Agent分析并核查结论；发现缺口则补检。研究D组结果并未自动写入门户缓存，原型使用已有v2分析档案。下一页展开“证据从哪里来”。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16f4d9f4449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8a019d63946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b725326da4e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a82aff7c64a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299e353bc4a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4394f2d5a47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C039A1-C265-4388-9EF3-390169358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157A1D-5B56-4DEA-892F-080DAB137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C09BC8-58CF-4B0B-B2B9-283A8B108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D4A0FD-2C4C-497D-9CBA-E71A8DCE1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4378C9-18BF-41DE-BBBD-5EC05D453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E9A374-479C-4B0E-AE08-15CD52F67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642DE1-2F31-4EDA-A0B4-D35589A2CF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3B8E51-4644-4AFA-95EB-D786A17C24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3B23D0-9A33-4199-B8DD-D30D8CAB7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9792F5-4C11-484C-8119-3E98AA299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6d64ea4b1b43cc" /><Relationship Type="http://schemas.openxmlformats.org/officeDocument/2006/relationships/slideLayout" Target="/ppt/slideLayouts/slideLayout1.xml" Id="R0139a33cfd3d453a" /><Relationship Type="http://schemas.openxmlformats.org/officeDocument/2006/relationships/slideLayout" Target="/ppt/slideLayouts/slideLayout2.xml" Id="R99f657c192b0421e" /><Relationship Type="http://schemas.openxmlformats.org/officeDocument/2006/relationships/slideLayout" Target="/ppt/slideLayouts/slideLayout3.xml" Id="R4c718fbeffba4ff0" /><Relationship Type="http://schemas.openxmlformats.org/officeDocument/2006/relationships/slideLayout" Target="/ppt/slideLayouts/slideLayout4.xml" Id="R23d1df79d1d94eff" /><Relationship Type="http://schemas.openxmlformats.org/officeDocument/2006/relationships/slideLayout" Target="/ppt/slideLayouts/slideLayout5.xml" Id="R55e4016036ff4b63" /><Relationship Type="http://schemas.openxmlformats.org/officeDocument/2006/relationships/slideLayout" Target="/ppt/slideLayouts/slideLayout6.xml" Id="R42e16b42c11245d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9a33cfd3d453a"/>
    <p:sldLayoutId xmlns:r="http://schemas.openxmlformats.org/officeDocument/2006/relationships" id="2147483650" r:id="R99f657c192b0421e"/>
    <p:sldLayoutId xmlns:r="http://schemas.openxmlformats.org/officeDocument/2006/relationships" id="2147483651" r:id="R4c718fbeffba4ff0"/>
    <p:sldLayoutId xmlns:r="http://schemas.openxmlformats.org/officeDocument/2006/relationships" id="2147483652" r:id="R23d1df79d1d94eff"/>
    <p:sldLayoutId xmlns:r="http://schemas.openxmlformats.org/officeDocument/2006/relationships" id="2147483653" r:id="R55e4016036ff4b63"/>
    <p:sldLayoutId xmlns:r="http://schemas.openxmlformats.org/officeDocument/2006/relationships" id="2147483654" r:id="R42e16b42c11245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85a61eae54be5" /><Relationship Type="http://schemas.openxmlformats.org/officeDocument/2006/relationships/notesSlide" Target="/ppt/notesSlides/notesSlide1.xml" Id="R2f1021be8cb9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">
            <a:extLst xmlns:a="http://schemas.openxmlformats.org/drawingml/2006/main">
              <a:ext uri="{FF2B5EF4-FFF2-40B4-BE49-F238E27FC236}">
                <a16:creationId xmlns:a16="http://schemas.microsoft.com/office/drawing/2014/main" id="{75E13ECE-79DC-4CB0-B2A2-46A9231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科研软件 GFI 理解与推荐：总体流程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E334F0-04A5-4C4D-9BBC-E80DC03D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" name="overall-goal">
            <a:extLst xmlns:a="http://schemas.openxmlformats.org/drawingml/2006/main">
              <a:ext uri="{FF2B5EF4-FFF2-40B4-BE49-F238E27FC236}">
                <a16:creationId xmlns:a16="http://schemas.microsoft.com/office/drawing/2014/main" id="{3CB74FE7-55A7-4A23-A5E7-0D23BB2F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总目标  以 Issue 与固定版本源码为起点，形成可追溯的任务理解与同项目技术推荐</a:t>
            </a:r>
          </a:p>
        </p:txBody>
      </p:sp>
      <p:sp>
        <p:nvSpPr>
          <p:cNvPr id="4" name="module-data-panel">
            <a:extLst xmlns:a="http://schemas.openxmlformats.org/drawingml/2006/main">
              <a:ext uri="{FF2B5EF4-FFF2-40B4-BE49-F238E27FC236}">
                <a16:creationId xmlns:a16="http://schemas.microsoft.com/office/drawing/2014/main" id="{8737EC41-E359-4345-AF03-46E538E5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5" name="module-data-title">
            <a:extLst xmlns:a="http://schemas.openxmlformats.org/drawingml/2006/main">
              <a:ext uri="{FF2B5EF4-FFF2-40B4-BE49-F238E27FC236}">
                <a16:creationId xmlns:a16="http://schemas.microsoft.com/office/drawing/2014/main" id="{9BC30498-0AA4-4D73-BBEB-B0E36C5A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模块一  数据与证据</a:t>
            </a:r>
          </a:p>
        </p:txBody>
      </p:sp>
      <p:sp>
        <p:nvSpPr>
          <p:cNvPr id="6" name="module-data-input">
            <a:extLst xmlns:a="http://schemas.openxmlformats.org/drawingml/2006/main">
              <a:ext uri="{FF2B5EF4-FFF2-40B4-BE49-F238E27FC236}">
                <a16:creationId xmlns:a16="http://schemas.microsoft.com/office/drawing/2014/main" id="{8C361240-B49E-47BC-82BA-6852C541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800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5 个项目 · 967 条 Issue</a:t>
            </a:r>
          </a:p>
          <a:p xmlns:a="http://schemas.openxmlformats.org/drawingml/2006/main">
            <a:pPr algn="ctr">
              <a:def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固定版本源码</a:t>
            </a:r>
          </a:p>
        </p:txBody>
      </p:sp>
      <p:sp>
        <p:nvSpPr>
          <p:cNvPr id="7" name="module-data-clean">
            <a:extLst xmlns:a="http://schemas.openxmlformats.org/drawingml/2006/main">
              <a:ext uri="{FF2B5EF4-FFF2-40B4-BE49-F238E27FC236}">
                <a16:creationId xmlns:a16="http://schemas.microsoft.com/office/drawing/2014/main" id="{137106E8-0E6C-412A-8F11-696DDA3E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2800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采集、清洗与源码索引</a:t>
            </a:r>
          </a:p>
        </p:txBody>
      </p:sp>
      <p:sp>
        <p:nvSpPr>
          <p:cNvPr id="8" name="module-data-evidence">
            <a:extLst xmlns:a="http://schemas.openxmlformats.org/drawingml/2006/main">
              <a:ext uri="{FF2B5EF4-FFF2-40B4-BE49-F238E27FC236}">
                <a16:creationId xmlns:a16="http://schemas.microsoft.com/office/drawing/2014/main" id="{B8702D48-F820-4E1A-8C73-08B993F5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检索代码、测试与文档</a:t>
            </a:r>
          </a:p>
          <a:p xmlns:a="http://schemas.openxmlformats.org/drawingml/2006/main">
            <a:pPr algn="ctr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形成带路径和行号的证据包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9CBE4-90CE-4E95-B901-72901B5FA58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181225" y="33147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EB33C-0180-4D78-9C30-538F9036C96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181225" y="39528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1" name="module-data-path">
            <a:extLst xmlns:a="http://schemas.openxmlformats.org/drawingml/2006/main">
              <a:ext uri="{FF2B5EF4-FFF2-40B4-BE49-F238E27FC236}">
                <a16:creationId xmlns:a16="http://schemas.microsoft.com/office/drawing/2014/main" id="{9C71B4CC-0BB3-4F1B-8BDA-E21094E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collect_*.py · data/ · research/retrieval.py</a:t>
            </a:r>
          </a:p>
        </p:txBody>
      </p:sp>
      <p:sp>
        <p:nvSpPr>
          <p:cNvPr id="12" name="module-research-panel">
            <a:extLst xmlns:a="http://schemas.openxmlformats.org/drawingml/2006/main">
              <a:ext uri="{FF2B5EF4-FFF2-40B4-BE49-F238E27FC236}">
                <a16:creationId xmlns:a16="http://schemas.microsoft.com/office/drawing/2014/main" id="{CFC75768-5A2F-4D80-BC85-F97BA2C3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90750"/>
            <a:ext cx="386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3" name="module-research-title">
            <a:extLst xmlns:a="http://schemas.openxmlformats.org/drawingml/2006/main">
              <a:ext uri="{FF2B5EF4-FFF2-40B4-BE49-F238E27FC236}">
                <a16:creationId xmlns:a16="http://schemas.microsoft.com/office/drawing/2014/main" id="{696BA9B0-F735-4945-89EA-A0B1FC6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模块二  任务理解闭环</a:t>
            </a:r>
          </a:p>
        </p:txBody>
      </p:sp>
      <p:sp>
        <p:nvSpPr>
          <p:cNvPr id="14" name="workflow-analyze">
            <a:extLst xmlns:a="http://schemas.openxmlformats.org/drawingml/2006/main">
              <a:ext uri="{FF2B5EF4-FFF2-40B4-BE49-F238E27FC236}">
                <a16:creationId xmlns:a16="http://schemas.microsoft.com/office/drawing/2014/main" id="{20109243-07F3-455E-B2F9-57F8ED1B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analyze</a:t>
            </a:r>
          </a:p>
          <a:p xmlns:a="http://schemas.openxmlformats.org/drawingml/2006/main">
            <a: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任务分析</a:t>
            </a:r>
          </a:p>
        </p:txBody>
      </p:sp>
      <p:sp>
        <p:nvSpPr>
          <p:cNvPr id="15" name="workflow-audit">
            <a:extLst xmlns:a="http://schemas.openxmlformats.org/drawingml/2006/main">
              <a:ext uri="{FF2B5EF4-FFF2-40B4-BE49-F238E27FC236}">
                <a16:creationId xmlns:a16="http://schemas.microsoft.com/office/drawing/2014/main" id="{0784DABC-41C9-4DB3-ACF1-415309BC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8130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audit</a:t>
            </a:r>
          </a:p>
          <a:p xmlns:a="http://schemas.openxmlformats.org/drawingml/2006/main">
            <a: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证据核查</a:t>
            </a:r>
          </a:p>
        </p:txBody>
      </p:sp>
      <p:sp>
        <p:nvSpPr>
          <p:cNvPr id="16" name="workflow-gate">
            <a:extLst xmlns:a="http://schemas.openxmlformats.org/drawingml/2006/main">
              <a:ext uri="{FF2B5EF4-FFF2-40B4-BE49-F238E27FC236}">
                <a16:creationId xmlns:a16="http://schemas.microsoft.com/office/drawing/2014/main" id="{3556CD4B-981A-4619-B600-442E72DA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8130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gate</a:t>
            </a:r>
          </a:p>
          <a:p xmlns:a="http://schemas.openxmlformats.org/drawingml/2006/main">
            <a:pPr algn="ctr">
              <a:def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结论门控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9BCA9-B304-4E8A-B5B7-71BC7633734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362575" y="30575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13C91-49FE-4FFD-8EBD-4C1B76722B0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600825" y="30575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9" name="workflow-gap-decision">
            <a:extLst xmlns:a="http://schemas.openxmlformats.org/drawingml/2006/main">
              <a:ext uri="{FF2B5EF4-FFF2-40B4-BE49-F238E27FC236}">
                <a16:creationId xmlns:a16="http://schemas.microsoft.com/office/drawing/2014/main" id="{61E02595-A62C-4EBB-AF00-04BBB38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有证据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缺口？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78237-DA72-4CC5-89D8-4211129F970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324725" y="33337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21" name="workflow-supplement">
            <a:extLst xmlns:a="http://schemas.openxmlformats.org/drawingml/2006/main">
              <a:ext uri="{FF2B5EF4-FFF2-40B4-BE49-F238E27FC236}">
                <a16:creationId xmlns:a16="http://schemas.microsoft.com/office/drawing/2014/main" id="{8B0DD6E0-8588-4C9F-843A-D0F97CE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8082"/>
          </a:bodyPr>
          <a:lstStyle xmlns:a="http://schemas.openxmlformats.org/drawingml/2006/main">
            <a:def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有缺口</a:t>
            </a:r>
          </a:p>
          <a:p xmlns:a="http://schemas.openxmlformats.org/drawingml/2006/main">
            <a: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supplement</a:t>
            </a:r>
          </a:p>
          <a:p xmlns:a="http://schemas.openxmlformats.org/drawingml/2006/main">
            <a:pPr algn="ctr">
              <a:def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补检 ≤2轮</a:t>
            </a:r>
          </a:p>
        </p:txBody>
      </p:sp>
      <p:sp>
        <p:nvSpPr>
          <p:cNvPr id="22" name="workflow-finalize">
            <a:extLst xmlns:a="http://schemas.openxmlformats.org/drawingml/2006/main">
              <a:ext uri="{FF2B5EF4-FFF2-40B4-BE49-F238E27FC236}">
                <a16:creationId xmlns:a16="http://schemas.microsoft.com/office/drawing/2014/main" id="{6A570786-14A4-43F1-9E6D-078125A9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2373"/>
          </a:bodyPr>
          <a:lstStyle xmlns:a="http://schemas.openxmlformats.org/drawingml/2006/main">
            <a:def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无缺口 / 到停止条件</a:t>
            </a:r>
          </a:p>
          <a:p xmlns:a="http://schemas.openxmlformats.org/drawingml/2006/main">
            <a:pPr algn="ctr">
              <a:def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finalize · 整理结果</a:t>
            </a:r>
          </a:p>
        </p:txBody>
      </p:sp>
      <p:sp>
        <p:nvSpPr>
          <p:cNvPr id="23" name="gap-to-supplement-route">
            <a:extLst xmlns:a="http://schemas.openxmlformats.org/drawingml/2006/main">
              <a:ext uri="{FF2B5EF4-FFF2-40B4-BE49-F238E27FC236}">
                <a16:creationId xmlns:a16="http://schemas.microsoft.com/office/drawing/2014/main" id="{9881C775-0647-42EC-8257-A4EB4B2D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48100"/>
            <a:ext cx="1238250" cy="857250"/>
          </a:xfrm>
          <a:custGeom xmlns:a="http://schemas.openxmlformats.org/drawingml/2006/main">
            <a:pathLst>
              <a:path w="1238250" h="857250">
                <a:moveTo>
                  <a:pt x="1238250" y="0"/>
                </a:moveTo>
                <a:lnTo>
                  <a:pt x="304800" y="0"/>
                </a:lnTo>
                <a:lnTo>
                  <a:pt x="304800" y="857250"/>
                </a:ln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24" name="gap-to-supplement-arrowhead">
            <a:extLst xmlns:a="http://schemas.openxmlformats.org/drawingml/2006/main">
              <a:ext uri="{FF2B5EF4-FFF2-40B4-BE49-F238E27FC236}">
                <a16:creationId xmlns:a16="http://schemas.microsoft.com/office/drawing/2014/main" id="{0DA92D50-3FD3-4086-A9F7-46B735E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410200" y="4657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155EC-9D29-4CBC-9AFC-2EC91BDA8074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7324725" y="41719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A7D16-4484-475B-AB20-5FC60C13C7C6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4848225" y="333375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27" name="workflow-result">
            <a:extLst xmlns:a="http://schemas.openxmlformats.org/drawingml/2006/main">
              <a:ext uri="{FF2B5EF4-FFF2-40B4-BE49-F238E27FC236}">
                <a16:creationId xmlns:a16="http://schemas.microsoft.com/office/drawing/2014/main" id="{C4DB936A-8830-4EFA-9582-D2652897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149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任务解释：目标 · 技术要求 · 入手建议 · 引用证据 · 未知项</a:t>
            </a:r>
          </a:p>
        </p:txBody>
      </p:sp>
      <p:sp>
        <p:nvSpPr>
          <p:cNvPr id="28" name="module-research-path">
            <a:extLst xmlns:a="http://schemas.openxmlformats.org/drawingml/2006/main">
              <a:ext uri="{FF2B5EF4-FFF2-40B4-BE49-F238E27FC236}">
                <a16:creationId xmlns:a16="http://schemas.microsoft.com/office/drawing/2014/main" id="{D9B4C9AA-DE65-4EE9-9122-25C18DA1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387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gfi_prototype/research/pipeline.py</a:t>
            </a:r>
          </a:p>
        </p:txBody>
      </p:sp>
      <p:sp>
        <p:nvSpPr>
          <p:cNvPr id="29" name="module-outputs-panel">
            <a:extLst xmlns:a="http://schemas.openxmlformats.org/drawingml/2006/main">
              <a:ext uri="{FF2B5EF4-FFF2-40B4-BE49-F238E27FC236}">
                <a16:creationId xmlns:a16="http://schemas.microsoft.com/office/drawing/2014/main" id="{87889955-57C2-4C8A-9E33-E150BE99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143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0" name="module-outputs-title">
            <a:extLst xmlns:a="http://schemas.openxmlformats.org/drawingml/2006/main">
              <a:ext uri="{FF2B5EF4-FFF2-40B4-BE49-F238E27FC236}">
                <a16:creationId xmlns:a16="http://schemas.microsoft.com/office/drawing/2014/main" id="{9C77B929-9D53-4448-9D3E-B05A67EF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研究产出</a:t>
            </a:r>
          </a:p>
        </p:txBody>
      </p:sp>
      <p:sp>
        <p:nvSpPr>
          <p:cNvPr id="31" name="module-evaluation">
            <a:extLst xmlns:a="http://schemas.openxmlformats.org/drawingml/2006/main">
              <a:ext uri="{FF2B5EF4-FFF2-40B4-BE49-F238E27FC236}">
                <a16:creationId xmlns:a16="http://schemas.microsoft.com/office/drawing/2014/main" id="{8AD126F7-1DA2-40AD-8CE9-B7CD777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28003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2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9018D45C-6B4C-449B-BC13-35BACD0F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289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模块三  方法评估</a:t>
            </a:r>
          </a:p>
        </p:txBody>
      </p:sp>
      <p:sp>
        <p:nvSpPr>
          <p:cNvPr id="33" name="evaluation-copy">
            <a:extLst xmlns:a="http://schemas.openxmlformats.org/drawingml/2006/main">
              <a:ext uri="{FF2B5EF4-FFF2-40B4-BE49-F238E27FC236}">
                <a16:creationId xmlns:a16="http://schemas.microsoft.com/office/drawing/2014/main" id="{CF05CB39-B88F-4E9B-9021-F55355A8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A/B/C/D：39 题 / 156 份</a:t>
            </a:r>
          </a:p>
          <a:p xmlns:a="http://schemas.openxmlformats.org/drawingml/2006/main">
            <a: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R/S/D：34 题 / 102 份</a:t>
            </a:r>
          </a:p>
          <a:p xmlns:a="http://schemas.openxmlformats.org/drawingml/2006/main">
            <a:pPr algn="l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同题比较 · 模型辅助评分</a:t>
            </a:r>
          </a:p>
        </p:txBody>
      </p:sp>
      <p:sp>
        <p:nvSpPr>
          <p:cNvPr id="34" name="evaluation-path">
            <a:extLst xmlns:a="http://schemas.openxmlformats.org/drawingml/2006/main">
              <a:ext uri="{FF2B5EF4-FFF2-40B4-BE49-F238E27FC236}">
                <a16:creationId xmlns:a16="http://schemas.microsoft.com/office/drawing/2014/main" id="{9C9D64D6-D459-4F3D-9A3E-922BFAC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766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run_*.py · judge_*.py · experiments/</a:t>
            </a:r>
          </a:p>
        </p:txBody>
      </p:sp>
      <p:sp>
        <p:nvSpPr>
          <p:cNvPr id="35" name="recommendation-title">
            <a:extLst xmlns:a="http://schemas.openxmlformats.org/drawingml/2006/main">
              <a:ext uri="{FF2B5EF4-FFF2-40B4-BE49-F238E27FC236}">
                <a16:creationId xmlns:a16="http://schemas.microsoft.com/office/drawing/2014/main" id="{AEABE932-3DFB-4959-A509-112E3B46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43375"/>
            <a:ext cx="280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模块四  GFI 推荐</a:t>
            </a:r>
          </a:p>
        </p:txBody>
      </p:sp>
      <p:sp>
        <p:nvSpPr>
          <p:cNvPr id="36" name="recommendation-archive">
            <a:extLst xmlns:a="http://schemas.openxmlformats.org/drawingml/2006/main">
              <a:ext uri="{FF2B5EF4-FFF2-40B4-BE49-F238E27FC236}">
                <a16:creationId xmlns:a16="http://schemas.microsoft.com/office/drawing/2014/main" id="{1F9A587F-C6FD-42E2-A51F-7EA3DDA5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577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50 份既有导读 · 统一技术标签</a:t>
            </a:r>
          </a:p>
        </p:txBody>
      </p:sp>
      <p:sp>
        <p:nvSpPr>
          <p:cNvPr id="37" name="recommendation-rank">
            <a:extLst xmlns:a="http://schemas.openxmlformats.org/drawingml/2006/main">
              <a:ext uri="{FF2B5EF4-FFF2-40B4-BE49-F238E27FC236}">
                <a16:creationId xmlns:a16="http://schemas.microsoft.com/office/drawing/2014/main" id="{C29FA8F5-564C-4543-9D3A-9CEA570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006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筛选同项目候选 · 加权 Jaccard 排序</a:t>
            </a:r>
          </a:p>
        </p:txBody>
      </p:sp>
      <p:sp>
        <p:nvSpPr>
          <p:cNvPr id="38" name="recommendation-explain">
            <a:extLst xmlns:a="http://schemas.openxmlformats.org/drawingml/2006/main">
              <a:ext uri="{FF2B5EF4-FFF2-40B4-BE49-F238E27FC236}">
                <a16:creationId xmlns:a16="http://schemas.microsoft.com/office/drawing/2014/main" id="{3166034C-DEFA-45AC-9234-05B016BA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435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共同技术 / 新增技术 / 推荐理由 · 门户问答</a:t>
            </a:r>
          </a:p>
        </p:txBody>
      </p: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15D873-958F-411E-AEF0-16E7E1187950}"/>
              </a:ext>
            </a:extLst>
          </p:cNvPr>
          <p:cNvCxnSpPr>
            <a:stCxn xmlns:a="http://schemas.openxmlformats.org/drawingml/2006/main" id="3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0010775" y="474345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F72177-F99E-43CF-BF8E-DBCB15E5834D}"/>
              </a:ext>
            </a:extLst>
          </p:cNvPr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0010775" y="508635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41" name="recommendation-path">
            <a:extLst xmlns:a="http://schemas.openxmlformats.org/drawingml/2006/main">
              <a:ext uri="{FF2B5EF4-FFF2-40B4-BE49-F238E27FC236}">
                <a16:creationId xmlns:a16="http://schemas.microsoft.com/office/drawing/2014/main" id="{B5247C75-39E7-44B9-B6E4-D197B0D1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14975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task_matching.py · portal*.py · web/</a:t>
            </a:r>
          </a:p>
        </p:txBody>
      </p: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4D3CB8-947A-4923-9CFE-0098E55D257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752850" y="39528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D8EA63-BE76-4B10-835B-127FBAD5A32D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029575" y="39528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842364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2026-10-20T02:24:55.4910000Z</dcterms:created>
  <dcterms:modified xsi:type="dcterms:W3CDTF">2026-10-20T02:24:55.4910000Z</dcterms:modified>
</coreProperties>
</file>